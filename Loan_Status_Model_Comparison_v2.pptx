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cce12b8324231" /><Relationship Type="http://schemas.openxmlformats.org/officeDocument/2006/relationships/extended-properties" Target="/docProps/app.xml" Id="R947d0ba9480b49c0" /><Relationship Type="http://schemas.openxmlformats.org/officeDocument/2006/relationships/officeDocument" Target="/ppt/presentation.xml" Id="R15db77feaa64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74a23066c744f0"/>
  </p:sldMasterIdLst>
  <p:notesMasterIdLst>
    <p:notesMasterId xmlns:r="http://schemas.openxmlformats.org/officeDocument/2006/relationships" r:id="R7b9cde8569df475e"/>
  </p:notesMasterIdLst>
  <p:sldIdLst>
    <p:sldId xmlns:r="http://schemas.openxmlformats.org/officeDocument/2006/relationships" id="256" r:id="Re765668e38034a1e"/>
    <p:sldId xmlns:r="http://schemas.openxmlformats.org/officeDocument/2006/relationships" id="257" r:id="R10dd2cca99e641ff"/>
    <p:sldId xmlns:r="http://schemas.openxmlformats.org/officeDocument/2006/relationships" id="258" r:id="Rf1b0e4ea959545b8"/>
    <p:sldId xmlns:r="http://schemas.openxmlformats.org/officeDocument/2006/relationships" id="259" r:id="Rdb330c79d421481b"/>
    <p:sldId xmlns:r="http://schemas.openxmlformats.org/officeDocument/2006/relationships" id="260" r:id="R242d348a42a245ac"/>
    <p:sldId xmlns:r="http://schemas.openxmlformats.org/officeDocument/2006/relationships" id="261" r:id="R78857bf6684340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00ea6414d4881" /><Relationship Type="http://schemas.openxmlformats.org/officeDocument/2006/relationships/slideMaster" Target="/ppt/slideMasters/slideMaster1.xml" Id="R4174a23066c744f0" /><Relationship Type="http://schemas.openxmlformats.org/officeDocument/2006/relationships/notesMaster" Target="/ppt/notesMasters/notesMaster1.xml" Id="R7b9cde8569df475e" /><Relationship Type="http://schemas.openxmlformats.org/officeDocument/2006/relationships/presProps" Target="/ppt/presProps.xml" Id="R1b6076eb1a694740" /><Relationship Type="http://schemas.openxmlformats.org/officeDocument/2006/relationships/tableStyles" Target="/ppt/tableStyles.xml" Id="Rbc9eadb143434da9" /><Relationship Type="http://schemas.openxmlformats.org/officeDocument/2006/relationships/slide" Target="/ppt/slides/slide1.xml" Id="Re765668e38034a1e" /><Relationship Type="http://schemas.openxmlformats.org/officeDocument/2006/relationships/slide" Target="/ppt/slides/slide2.xml" Id="R10dd2cca99e641ff" /><Relationship Type="http://schemas.openxmlformats.org/officeDocument/2006/relationships/slide" Target="/ppt/slides/slide3.xml" Id="Rf1b0e4ea959545b8" /><Relationship Type="http://schemas.openxmlformats.org/officeDocument/2006/relationships/slide" Target="/ppt/slides/slide4.xml" Id="Rdb330c79d421481b" /><Relationship Type="http://schemas.openxmlformats.org/officeDocument/2006/relationships/slide" Target="/ppt/slides/slide5.xml" Id="R242d348a42a245ac" /><Relationship Type="http://schemas.openxmlformats.org/officeDocument/2006/relationships/slide" Target="/ppt/slides/slide6.xml" Id="R78857bf66843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27f54a139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ef92f7fb5045d5" /><Relationship Type="http://schemas.openxmlformats.org/officeDocument/2006/relationships/notesMaster" Target="/ppt/notesMasters/notesMaster1.xml" Id="R656d9ca7355841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630e87c1a4c03" /><Relationship Type="http://schemas.openxmlformats.org/officeDocument/2006/relationships/notesMaster" Target="/ppt/notesMasters/notesMaster1.xml" Id="Rf5af1dd0bc7341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ee7da9f86448c" /><Relationship Type="http://schemas.openxmlformats.org/officeDocument/2006/relationships/notesMaster" Target="/ppt/notesMasters/notesMaster1.xml" Id="Ra0d1a4226eb4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867f75b264db9" /><Relationship Type="http://schemas.openxmlformats.org/officeDocument/2006/relationships/notesMaster" Target="/ppt/notesMasters/notesMaster1.xml" Id="Ra1691d554a6d48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628b37631446c8" /><Relationship Type="http://schemas.openxmlformats.org/officeDocument/2006/relationships/notesMaster" Target="/ppt/notesMasters/notesMaster1.xml" Id="Ra1277f5fbdf5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a77722cbc14990" /><Relationship Type="http://schemas.openxmlformats.org/officeDocument/2006/relationships/notesMaster" Target="/ppt/notesMasters/notesMaster1.xml" Id="R39b140988aa8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bcbc03d4c4d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727d707f24f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42746a8e84a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6d552844841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432cf1bba42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6702272b742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1537F5-1794-4E87-8393-4462AE7A0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DE76CF-F330-4A39-9A8E-0D2C1A46B5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2E3DC4-0682-4C0E-85D7-45ED7A9B1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E62862-C511-4C0E-9D91-E42111A28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1752D6-8792-4637-95BF-869922C58C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CE8150-80AD-4515-8E7B-40A7FA961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318F56-B609-4125-8453-051BB5F0C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7B64F5-8C3A-4EEC-91C6-56A8D88D5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4533F3-8E40-4FCD-86F0-BE41338B7B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35CE8F-F85F-4E29-B659-A79AEC278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f2e545e58491a" /><Relationship Type="http://schemas.openxmlformats.org/officeDocument/2006/relationships/slideLayout" Target="/ppt/slideLayouts/slideLayout1.xml" Id="R36977d1c70574539" /><Relationship Type="http://schemas.openxmlformats.org/officeDocument/2006/relationships/slideLayout" Target="/ppt/slideLayouts/slideLayout2.xml" Id="R5182fa9ef3cf4894" /><Relationship Type="http://schemas.openxmlformats.org/officeDocument/2006/relationships/slideLayout" Target="/ppt/slideLayouts/slideLayout3.xml" Id="R92bd8e0819574d56" /><Relationship Type="http://schemas.openxmlformats.org/officeDocument/2006/relationships/slideLayout" Target="/ppt/slideLayouts/slideLayout4.xml" Id="R3a6c41a300584ee8" /><Relationship Type="http://schemas.openxmlformats.org/officeDocument/2006/relationships/slideLayout" Target="/ppt/slideLayouts/slideLayout5.xml" Id="R22633c46aa08430c" /><Relationship Type="http://schemas.openxmlformats.org/officeDocument/2006/relationships/slideLayout" Target="/ppt/slideLayouts/slideLayout6.xml" Id="Rdd04ecc48b904e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77d1c70574539"/>
    <p:sldLayoutId xmlns:r="http://schemas.openxmlformats.org/officeDocument/2006/relationships" id="2147483650" r:id="R5182fa9ef3cf4894"/>
    <p:sldLayoutId xmlns:r="http://schemas.openxmlformats.org/officeDocument/2006/relationships" id="2147483651" r:id="R92bd8e0819574d56"/>
    <p:sldLayoutId xmlns:r="http://schemas.openxmlformats.org/officeDocument/2006/relationships" id="2147483652" r:id="R3a6c41a300584ee8"/>
    <p:sldLayoutId xmlns:r="http://schemas.openxmlformats.org/officeDocument/2006/relationships" id="2147483653" r:id="R22633c46aa08430c"/>
    <p:sldLayoutId xmlns:r="http://schemas.openxmlformats.org/officeDocument/2006/relationships" id="2147483654" r:id="Rdd04ecc48b90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b034d964c4121" /><Relationship Type="http://schemas.openxmlformats.org/officeDocument/2006/relationships/notesSlide" Target="/ppt/notesSlides/notesSlide1.xml" Id="R2f47d532c6f6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7299777cc4e97" /><Relationship Type="http://schemas.openxmlformats.org/officeDocument/2006/relationships/notesSlide" Target="/ppt/notesSlides/notesSlide2.xml" Id="R312cbb52030c4b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c6005bfb040ff" /><Relationship Type="http://schemas.openxmlformats.org/officeDocument/2006/relationships/notesSlide" Target="/ppt/notesSlides/notesSlide3.xml" Id="R3bee24e47d9b49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b1d3c78d344d8" /><Relationship Type="http://schemas.openxmlformats.org/officeDocument/2006/relationships/notesSlide" Target="/ppt/notesSlides/notesSlide4.xml" Id="R6c3265f534bd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568de1da148d2" /><Relationship Type="http://schemas.openxmlformats.org/officeDocument/2006/relationships/notesSlide" Target="/ppt/notesSlides/notesSlide5.xml" Id="R3f555e42be48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016fa2da54a0b" /><Relationship Type="http://schemas.openxmlformats.org/officeDocument/2006/relationships/notesSlide" Target="/ppt/notesSlides/notesSlide6.xml" Id="Rb286c7fdec3a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52BC1-6F6C-4482-BD7C-4070D9FB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772F8-31F4-475A-8208-17DEA0D4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39C6B3"/>
                </a:solidFill>
              </a:defRPr>
            </a:defPPr>
            <a:lvl1pPr algn="l">
              <a:buNone/>
              <a:defRPr sz="1200" b="1">
                <a:solidFill>
                  <a:srgbClr val="39C6B3"/>
                </a:solidFill>
              </a:defRPr>
            </a:lvl1pPr>
            <a:lvl2pPr algn="l">
              <a:buNone/>
              <a:defRPr sz="1200" b="1">
                <a:solidFill>
                  <a:srgbClr val="39C6B3"/>
                </a:solidFill>
              </a:defRPr>
            </a:lvl2pPr>
            <a:lvl3pPr algn="l">
              <a:buNone/>
              <a:defRPr sz="1200" b="1">
                <a:solidFill>
                  <a:srgbClr val="39C6B3"/>
                </a:solidFill>
              </a:defRPr>
            </a:lvl3pPr>
            <a:lvl4pPr algn="l">
              <a:buNone/>
              <a:defRPr sz="1200" b="1">
                <a:solidFill>
                  <a:srgbClr val="39C6B3"/>
                </a:solidFill>
              </a:defRPr>
            </a:lvl4pPr>
            <a:lvl5pPr algn="l">
              <a:buNone/>
              <a:defRPr sz="1200" b="1">
                <a:solidFill>
                  <a:srgbClr val="39C6B3"/>
                </a:solidFill>
              </a:defRPr>
            </a:lvl5pPr>
            <a:lvl6pPr algn="l">
              <a:buNone/>
              <a:defRPr sz="1200" b="1">
                <a:solidFill>
                  <a:srgbClr val="39C6B3"/>
                </a:solidFill>
              </a:defRPr>
            </a:lvl6pPr>
            <a:lvl7pPr algn="l">
              <a:buNone/>
              <a:defRPr sz="1200" b="1">
                <a:solidFill>
                  <a:srgbClr val="39C6B3"/>
                </a:solidFill>
              </a:defRPr>
            </a:lvl7pPr>
            <a:lvl8pPr algn="l">
              <a:buNone/>
              <a:defRPr sz="1200" b="1">
                <a:solidFill>
                  <a:srgbClr val="39C6B3"/>
                </a:solidFill>
              </a:defRPr>
            </a:lvl8pPr>
            <a:lvl9pPr algn="l">
              <a:buNone/>
              <a:defRPr sz="120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9C6B3"/>
                </a:solidFill>
              </a:defRPr>
            </a:pPr>
            <a:r>
              <a:rPr sz="1200" b="1">
                <a:solidFill>
                  <a:srgbClr val="39C6B3"/>
                </a:solidFill>
              </a:rPr>
              <a:t>MACHINE LEARNING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A239C-3811-40AF-915A-0653C4D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7F9FC"/>
                </a:solidFill>
              </a:defRPr>
            </a:defPPr>
            <a:lvl1pPr algn="l">
              <a:buNone/>
              <a:defRPr sz="3900" b="1">
                <a:solidFill>
                  <a:srgbClr val="F7F9FC"/>
                </a:solidFill>
              </a:defRPr>
            </a:lvl1pPr>
            <a:lvl2pPr algn="l">
              <a:buNone/>
              <a:defRPr sz="3900" b="1">
                <a:solidFill>
                  <a:srgbClr val="F7F9FC"/>
                </a:solidFill>
              </a:defRPr>
            </a:lvl2pPr>
            <a:lvl3pPr algn="l">
              <a:buNone/>
              <a:defRPr sz="3900" b="1">
                <a:solidFill>
                  <a:srgbClr val="F7F9FC"/>
                </a:solidFill>
              </a:defRPr>
            </a:lvl3pPr>
            <a:lvl4pPr algn="l">
              <a:buNone/>
              <a:defRPr sz="3900" b="1">
                <a:solidFill>
                  <a:srgbClr val="F7F9FC"/>
                </a:solidFill>
              </a:defRPr>
            </a:lvl4pPr>
            <a:lvl5pPr algn="l">
              <a:buNone/>
              <a:defRPr sz="3900" b="1">
                <a:solidFill>
                  <a:srgbClr val="F7F9FC"/>
                </a:solidFill>
              </a:defRPr>
            </a:lvl5pPr>
            <a:lvl6pPr algn="l">
              <a:buNone/>
              <a:defRPr sz="3900" b="1">
                <a:solidFill>
                  <a:srgbClr val="F7F9FC"/>
                </a:solidFill>
              </a:defRPr>
            </a:lvl6pPr>
            <a:lvl7pPr algn="l">
              <a:buNone/>
              <a:defRPr sz="3900" b="1">
                <a:solidFill>
                  <a:srgbClr val="F7F9FC"/>
                </a:solidFill>
              </a:defRPr>
            </a:lvl7pPr>
            <a:lvl8pPr algn="l">
              <a:buNone/>
              <a:defRPr sz="3900" b="1">
                <a:solidFill>
                  <a:srgbClr val="F7F9FC"/>
                </a:solidFill>
              </a:defRPr>
            </a:lvl8pPr>
            <a:lvl9pPr algn="l">
              <a:buNone/>
              <a:defRPr sz="39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Traditional ML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vs Neural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E024D-3BF6-4511-B6C3-C62F474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AAB6C8"/>
                </a:solidFill>
              </a:defRPr>
            </a:defPPr>
            <a:lvl1pPr algn="l">
              <a:buNone/>
              <a:defRPr sz="1725" b="0">
                <a:solidFill>
                  <a:srgbClr val="AAB6C8"/>
                </a:solidFill>
              </a:defRPr>
            </a:lvl1pPr>
            <a:lvl2pPr algn="l">
              <a:buNone/>
              <a:defRPr sz="1725" b="0">
                <a:solidFill>
                  <a:srgbClr val="AAB6C8"/>
                </a:solidFill>
              </a:defRPr>
            </a:lvl2pPr>
            <a:lvl3pPr algn="l">
              <a:buNone/>
              <a:defRPr sz="1725" b="0">
                <a:solidFill>
                  <a:srgbClr val="AAB6C8"/>
                </a:solidFill>
              </a:defRPr>
            </a:lvl3pPr>
            <a:lvl4pPr algn="l">
              <a:buNone/>
              <a:defRPr sz="1725" b="0">
                <a:solidFill>
                  <a:srgbClr val="AAB6C8"/>
                </a:solidFill>
              </a:defRPr>
            </a:lvl4pPr>
            <a:lvl5pPr algn="l">
              <a:buNone/>
              <a:defRPr sz="1725" b="0">
                <a:solidFill>
                  <a:srgbClr val="AAB6C8"/>
                </a:solidFill>
              </a:defRPr>
            </a:lvl5pPr>
            <a:lvl6pPr algn="l">
              <a:buNone/>
              <a:defRPr sz="1725" b="0">
                <a:solidFill>
                  <a:srgbClr val="AAB6C8"/>
                </a:solidFill>
              </a:defRPr>
            </a:lvl6pPr>
            <a:lvl7pPr algn="l">
              <a:buNone/>
              <a:defRPr sz="1725" b="0">
                <a:solidFill>
                  <a:srgbClr val="AAB6C8"/>
                </a:solidFill>
              </a:defRPr>
            </a:lvl7pPr>
            <a:lvl8pPr algn="l">
              <a:buNone/>
              <a:defRPr sz="1725" b="0">
                <a:solidFill>
                  <a:srgbClr val="AAB6C8"/>
                </a:solidFill>
              </a:defRPr>
            </a:lvl8pPr>
            <a:lvl9pPr algn="l">
              <a:buNone/>
              <a:defRPr sz="172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AB6C8"/>
                </a:solidFill>
              </a:defRPr>
            </a:pPr>
            <a:r>
              <a:rPr sz="1725" b="0">
                <a:solidFill>
                  <a:srgbClr val="AAB6C8"/>
                </a:solidFill>
              </a:rPr>
              <a:t>Loan status prediction using Logistic Regression,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AAB6C8"/>
                </a:solidFill>
              </a:defRPr>
            </a:pPr>
            <a:r>
              <a:rPr sz="1725" b="0">
                <a:solidFill>
                  <a:srgbClr val="AAB6C8"/>
                </a:solidFill>
              </a:rPr>
              <a:t>Random Forest and an ANN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7BD6C-592D-4EC9-8A9F-B5D97EA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DF5D2-F7B7-4A7E-B666-978998B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850" b="1">
                <a:solidFill>
                  <a:srgbClr val="39C6B3"/>
                </a:solidFill>
              </a:defRPr>
            </a:defPPr>
            <a:lvl1pPr algn="ctr">
              <a:buNone/>
              <a:defRPr sz="5850" b="1">
                <a:solidFill>
                  <a:srgbClr val="39C6B3"/>
                </a:solidFill>
              </a:defRPr>
            </a:lvl1pPr>
            <a:lvl2pPr algn="ctr">
              <a:buNone/>
              <a:defRPr sz="5850" b="1">
                <a:solidFill>
                  <a:srgbClr val="39C6B3"/>
                </a:solidFill>
              </a:defRPr>
            </a:lvl2pPr>
            <a:lvl3pPr algn="ctr">
              <a:buNone/>
              <a:defRPr sz="5850" b="1">
                <a:solidFill>
                  <a:srgbClr val="39C6B3"/>
                </a:solidFill>
              </a:defRPr>
            </a:lvl3pPr>
            <a:lvl4pPr algn="ctr">
              <a:buNone/>
              <a:defRPr sz="5850" b="1">
                <a:solidFill>
                  <a:srgbClr val="39C6B3"/>
                </a:solidFill>
              </a:defRPr>
            </a:lvl4pPr>
            <a:lvl5pPr algn="ctr">
              <a:buNone/>
              <a:defRPr sz="5850" b="1">
                <a:solidFill>
                  <a:srgbClr val="39C6B3"/>
                </a:solidFill>
              </a:defRPr>
            </a:lvl5pPr>
            <a:lvl6pPr algn="ctr">
              <a:buNone/>
              <a:defRPr sz="5850" b="1">
                <a:solidFill>
                  <a:srgbClr val="39C6B3"/>
                </a:solidFill>
              </a:defRPr>
            </a:lvl6pPr>
            <a:lvl7pPr algn="ctr">
              <a:buNone/>
              <a:defRPr sz="5850" b="1">
                <a:solidFill>
                  <a:srgbClr val="39C6B3"/>
                </a:solidFill>
              </a:defRPr>
            </a:lvl7pPr>
            <a:lvl8pPr algn="ctr">
              <a:buNone/>
              <a:defRPr sz="5850" b="1">
                <a:solidFill>
                  <a:srgbClr val="39C6B3"/>
                </a:solidFill>
              </a:defRPr>
            </a:lvl8pPr>
            <a:lvl9pPr algn="ctr">
              <a:buNone/>
              <a:defRPr sz="585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ctr">
              <a:buNone/>
              <a:defRPr sz="5850" b="1">
                <a:solidFill>
                  <a:srgbClr val="39C6B3"/>
                </a:solidFill>
              </a:defRPr>
            </a:pPr>
            <a:r>
              <a:rPr sz="5850" b="1">
                <a:solidFill>
                  <a:srgbClr val="39C6B3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0C1E4-8822-4938-A9FB-1CAC9847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7F9FC"/>
                </a:solidFill>
              </a:defRPr>
            </a:defPPr>
            <a:lvl1pPr algn="ctr">
              <a:buNone/>
              <a:defRPr sz="1350" b="1">
                <a:solidFill>
                  <a:srgbClr val="F7F9FC"/>
                </a:solidFill>
              </a:defRPr>
            </a:lvl1pPr>
            <a:lvl2pPr algn="ctr">
              <a:buNone/>
              <a:defRPr sz="1350" b="1">
                <a:solidFill>
                  <a:srgbClr val="F7F9FC"/>
                </a:solidFill>
              </a:defRPr>
            </a:lvl2pPr>
            <a:lvl3pPr algn="ctr">
              <a:buNone/>
              <a:defRPr sz="1350" b="1">
                <a:solidFill>
                  <a:srgbClr val="F7F9FC"/>
                </a:solidFill>
              </a:defRPr>
            </a:lvl3pPr>
            <a:lvl4pPr algn="ctr">
              <a:buNone/>
              <a:defRPr sz="1350" b="1">
                <a:solidFill>
                  <a:srgbClr val="F7F9FC"/>
                </a:solidFill>
              </a:defRPr>
            </a:lvl4pPr>
            <a:lvl5pPr algn="ctr">
              <a:buNone/>
              <a:defRPr sz="1350" b="1">
                <a:solidFill>
                  <a:srgbClr val="F7F9FC"/>
                </a:solidFill>
              </a:defRPr>
            </a:lvl5pPr>
            <a:lvl6pPr algn="ctr">
              <a:buNone/>
              <a:defRPr sz="1350" b="1">
                <a:solidFill>
                  <a:srgbClr val="F7F9FC"/>
                </a:solidFill>
              </a:defRPr>
            </a:lvl6pPr>
            <a:lvl7pPr algn="ctr">
              <a:buNone/>
              <a:defRPr sz="1350" b="1">
                <a:solidFill>
                  <a:srgbClr val="F7F9FC"/>
                </a:solidFill>
              </a:defRPr>
            </a:lvl7pPr>
            <a:lvl8pPr algn="ctr">
              <a:buNone/>
              <a:defRPr sz="1350" b="1">
                <a:solidFill>
                  <a:srgbClr val="F7F9FC"/>
                </a:solidFill>
              </a:defRPr>
            </a:lvl8pPr>
            <a:lvl9pPr algn="ctr">
              <a:buNone/>
              <a:defRPr sz="13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AC7CE-9997-43C1-8AD2-1CF00CF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19475"/>
            <a:ext cx="1924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DB266-84B3-4BB7-B802-9DBAD4FB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7F9FC"/>
                </a:solidFill>
              </a:defRPr>
            </a:defPPr>
            <a:lvl1pPr algn="l">
              <a:buNone/>
              <a:defRPr sz="1500" b="1">
                <a:solidFill>
                  <a:srgbClr val="F7F9FC"/>
                </a:solidFill>
              </a:defRPr>
            </a:lvl1pPr>
            <a:lvl2pPr algn="l">
              <a:buNone/>
              <a:defRPr sz="1500" b="1">
                <a:solidFill>
                  <a:srgbClr val="F7F9FC"/>
                </a:solidFill>
              </a:defRPr>
            </a:lvl2pPr>
            <a:lvl3pPr algn="l">
              <a:buNone/>
              <a:defRPr sz="1500" b="1">
                <a:solidFill>
                  <a:srgbClr val="F7F9FC"/>
                </a:solidFill>
              </a:defRPr>
            </a:lvl3pPr>
            <a:lvl4pPr algn="l">
              <a:buNone/>
              <a:defRPr sz="1500" b="1">
                <a:solidFill>
                  <a:srgbClr val="F7F9FC"/>
                </a:solidFill>
              </a:defRPr>
            </a:lvl4pPr>
            <a:lvl5pPr algn="l">
              <a:buNone/>
              <a:defRPr sz="1500" b="1">
                <a:solidFill>
                  <a:srgbClr val="F7F9FC"/>
                </a:solidFill>
              </a:defRPr>
            </a:lvl5pPr>
            <a:lvl6pPr algn="l">
              <a:buNone/>
              <a:defRPr sz="1500" b="1">
                <a:solidFill>
                  <a:srgbClr val="F7F9FC"/>
                </a:solidFill>
              </a:defRPr>
            </a:lvl6pPr>
            <a:lvl7pPr algn="l">
              <a:buNone/>
              <a:defRPr sz="1500" b="1">
                <a:solidFill>
                  <a:srgbClr val="F7F9FC"/>
                </a:solidFill>
              </a:defRPr>
            </a:lvl7pPr>
            <a:lvl8pPr algn="l">
              <a:buNone/>
              <a:defRPr sz="1500" b="1">
                <a:solidFill>
                  <a:srgbClr val="F7F9FC"/>
                </a:solidFill>
              </a:defRPr>
            </a:lvl8pPr>
            <a:lvl9pPr algn="l">
              <a:buNone/>
              <a:defRPr sz="15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7F9FC"/>
                </a:solidFill>
              </a:defRPr>
            </a:pPr>
            <a:r>
              <a:rPr sz="1500" b="1">
                <a:solidFill>
                  <a:srgbClr val="F7F9FC"/>
                </a:solidFill>
              </a:rPr>
              <a:t>50,000 records  •  8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97EE1-17AC-48FC-8EC7-C43BDD4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8"/>
                </a:solidFill>
              </a:defRPr>
            </a:defPPr>
            <a:lvl1pPr algn="l">
              <a:buNone/>
              <a:defRPr sz="1200" b="0">
                <a:solidFill>
                  <a:srgbClr val="AAB6C8"/>
                </a:solidFill>
              </a:defRPr>
            </a:lvl1pPr>
            <a:lvl2pPr algn="l">
              <a:buNone/>
              <a:defRPr sz="1200" b="0">
                <a:solidFill>
                  <a:srgbClr val="AAB6C8"/>
                </a:solidFill>
              </a:defRPr>
            </a:lvl2pPr>
            <a:lvl3pPr algn="l">
              <a:buNone/>
              <a:defRPr sz="1200" b="0">
                <a:solidFill>
                  <a:srgbClr val="AAB6C8"/>
                </a:solidFill>
              </a:defRPr>
            </a:lvl3pPr>
            <a:lvl4pPr algn="l">
              <a:buNone/>
              <a:defRPr sz="1200" b="0">
                <a:solidFill>
                  <a:srgbClr val="AAB6C8"/>
                </a:solidFill>
              </a:defRPr>
            </a:lvl4pPr>
            <a:lvl5pPr algn="l">
              <a:buNone/>
              <a:defRPr sz="1200" b="0">
                <a:solidFill>
                  <a:srgbClr val="AAB6C8"/>
                </a:solidFill>
              </a:defRPr>
            </a:lvl5pPr>
            <a:lvl6pPr algn="l">
              <a:buNone/>
              <a:defRPr sz="1200" b="0">
                <a:solidFill>
                  <a:srgbClr val="AAB6C8"/>
                </a:solidFill>
              </a:defRPr>
            </a:lvl6pPr>
            <a:lvl7pPr algn="l">
              <a:buNone/>
              <a:defRPr sz="1200" b="0">
                <a:solidFill>
                  <a:srgbClr val="AAB6C8"/>
                </a:solidFill>
              </a:defRPr>
            </a:lvl7pPr>
            <a:lvl8pPr algn="l">
              <a:buNone/>
              <a:defRPr sz="1200" b="0">
                <a:solidFill>
                  <a:srgbClr val="AAB6C8"/>
                </a:solidFill>
              </a:defRPr>
            </a:lvl8pPr>
            <a:lvl9pPr algn="l">
              <a:buNone/>
              <a:defRPr sz="120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AB6C8"/>
                </a:solidFill>
              </a:defRPr>
            </a:pPr>
            <a:r>
              <a:rPr sz="1200" b="0">
                <a:solidFill>
                  <a:srgbClr val="AAB6C8"/>
                </a:solidFill>
              </a:rPr>
              <a:t>Classification evaluation: F1, ROC-AUC and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016000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6E6E5-A048-4DB3-91EB-3B2580B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9FC"/>
                </a:solidFill>
              </a:defRPr>
            </a:defPPr>
            <a:lvl1pPr algn="l">
              <a:buNone/>
              <a:defRPr sz="2550" b="1">
                <a:solidFill>
                  <a:srgbClr val="F7F9FC"/>
                </a:solidFill>
              </a:defRPr>
            </a:lvl1pPr>
            <a:lvl2pPr algn="l">
              <a:buNone/>
              <a:defRPr sz="2550" b="1">
                <a:solidFill>
                  <a:srgbClr val="F7F9FC"/>
                </a:solidFill>
              </a:defRPr>
            </a:lvl2pPr>
            <a:lvl3pPr algn="l">
              <a:buNone/>
              <a:defRPr sz="2550" b="1">
                <a:solidFill>
                  <a:srgbClr val="F7F9FC"/>
                </a:solidFill>
              </a:defRPr>
            </a:lvl3pPr>
            <a:lvl4pPr algn="l">
              <a:buNone/>
              <a:defRPr sz="2550" b="1">
                <a:solidFill>
                  <a:srgbClr val="F7F9FC"/>
                </a:solidFill>
              </a:defRPr>
            </a:lvl4pPr>
            <a:lvl5pPr algn="l">
              <a:buNone/>
              <a:defRPr sz="2550" b="1">
                <a:solidFill>
                  <a:srgbClr val="F7F9FC"/>
                </a:solidFill>
              </a:defRPr>
            </a:lvl5pPr>
            <a:lvl6pPr algn="l">
              <a:buNone/>
              <a:defRPr sz="2550" b="1">
                <a:solidFill>
                  <a:srgbClr val="F7F9FC"/>
                </a:solidFill>
              </a:defRPr>
            </a:lvl6pPr>
            <a:lvl7pPr algn="l">
              <a:buNone/>
              <a:defRPr sz="2550" b="1">
                <a:solidFill>
                  <a:srgbClr val="F7F9FC"/>
                </a:solidFill>
              </a:defRPr>
            </a:lvl7pPr>
            <a:lvl8pPr algn="l">
              <a:buNone/>
              <a:defRPr sz="2550" b="1">
                <a:solidFill>
                  <a:srgbClr val="F7F9FC"/>
                </a:solidFill>
              </a:defRPr>
            </a:lvl8pPr>
            <a:lvl9pPr algn="l">
              <a:buNone/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Dataset and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9F6A-A3CE-4296-96AF-5F42CDB0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Loan_status_modified.csv | 50,000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AF20F-296A-4680-9D76-2FADBD9B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BD688-AD19-423A-AA6D-74B8BCE4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8"/>
                </a:solidFill>
              </a:defRPr>
            </a:defPPr>
            <a:lvl1pPr algn="l">
              <a:buNone/>
              <a:defRPr sz="900" b="1">
                <a:solidFill>
                  <a:srgbClr val="AAB6C8"/>
                </a:solidFill>
              </a:defRPr>
            </a:lvl1pPr>
            <a:lvl2pPr algn="l">
              <a:buNone/>
              <a:defRPr sz="900" b="1">
                <a:solidFill>
                  <a:srgbClr val="AAB6C8"/>
                </a:solidFill>
              </a:defRPr>
            </a:lvl2pPr>
            <a:lvl3pPr algn="l">
              <a:buNone/>
              <a:defRPr sz="900" b="1">
                <a:solidFill>
                  <a:srgbClr val="AAB6C8"/>
                </a:solidFill>
              </a:defRPr>
            </a:lvl3pPr>
            <a:lvl4pPr algn="l">
              <a:buNone/>
              <a:defRPr sz="900" b="1">
                <a:solidFill>
                  <a:srgbClr val="AAB6C8"/>
                </a:solidFill>
              </a:defRPr>
            </a:lvl4pPr>
            <a:lvl5pPr algn="l">
              <a:buNone/>
              <a:defRPr sz="900" b="1">
                <a:solidFill>
                  <a:srgbClr val="AAB6C8"/>
                </a:solidFill>
              </a:defRPr>
            </a:lvl5pPr>
            <a:lvl6pPr algn="l">
              <a:buNone/>
              <a:defRPr sz="900" b="1">
                <a:solidFill>
                  <a:srgbClr val="AAB6C8"/>
                </a:solidFill>
              </a:defRPr>
            </a:lvl6pPr>
            <a:lvl7pPr algn="l">
              <a:buNone/>
              <a:defRPr sz="900" b="1">
                <a:solidFill>
                  <a:srgbClr val="AAB6C8"/>
                </a:solidFill>
              </a:defRPr>
            </a:lvl7pPr>
            <a:lvl8pPr algn="l">
              <a:buNone/>
              <a:defRPr sz="900" b="1">
                <a:solidFill>
                  <a:srgbClr val="AAB6C8"/>
                </a:solidFill>
              </a:defRPr>
            </a:lvl8pPr>
            <a:lvl9pPr algn="l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LOAN STATUS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5A89D-500C-4289-ACAC-45D59B0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AB6C8"/>
                </a:solidFill>
              </a:defRPr>
            </a:defPPr>
            <a:lvl1pPr algn="r">
              <a:buNone/>
              <a:defRPr sz="900" b="1">
                <a:solidFill>
                  <a:srgbClr val="AAB6C8"/>
                </a:solidFill>
              </a:defRPr>
            </a:lvl1pPr>
            <a:lvl2pPr algn="r">
              <a:buNone/>
              <a:defRPr sz="900" b="1">
                <a:solidFill>
                  <a:srgbClr val="AAB6C8"/>
                </a:solidFill>
              </a:defRPr>
            </a:lvl2pPr>
            <a:lvl3pPr algn="r">
              <a:buNone/>
              <a:defRPr sz="900" b="1">
                <a:solidFill>
                  <a:srgbClr val="AAB6C8"/>
                </a:solidFill>
              </a:defRPr>
            </a:lvl3pPr>
            <a:lvl4pPr algn="r">
              <a:buNone/>
              <a:defRPr sz="900" b="1">
                <a:solidFill>
                  <a:srgbClr val="AAB6C8"/>
                </a:solidFill>
              </a:defRPr>
            </a:lvl4pPr>
            <a:lvl5pPr algn="r">
              <a:buNone/>
              <a:defRPr sz="900" b="1">
                <a:solidFill>
                  <a:srgbClr val="AAB6C8"/>
                </a:solidFill>
              </a:defRPr>
            </a:lvl5pPr>
            <a:lvl6pPr algn="r">
              <a:buNone/>
              <a:defRPr sz="900" b="1">
                <a:solidFill>
                  <a:srgbClr val="AAB6C8"/>
                </a:solidFill>
              </a:defRPr>
            </a:lvl6pPr>
            <a:lvl7pPr algn="r">
              <a:buNone/>
              <a:defRPr sz="900" b="1">
                <a:solidFill>
                  <a:srgbClr val="AAB6C8"/>
                </a:solidFill>
              </a:defRPr>
            </a:lvl7pPr>
            <a:lvl8pPr algn="r">
              <a:buNone/>
              <a:defRPr sz="900" b="1">
                <a:solidFill>
                  <a:srgbClr val="AAB6C8"/>
                </a:solidFill>
              </a:defRPr>
            </a:lvl8pPr>
            <a:lvl9pPr algn="r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AC551-F1D8-4073-BC46-6521499E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A7BDB-3B1F-424E-B7FB-6081D61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39C6B3"/>
                </a:solidFill>
              </a:defRPr>
            </a:defPPr>
            <a:lvl1pPr algn="l">
              <a:buNone/>
              <a:defRPr sz="3000" b="1">
                <a:solidFill>
                  <a:srgbClr val="39C6B3"/>
                </a:solidFill>
              </a:defRPr>
            </a:lvl1pPr>
            <a:lvl2pPr algn="l">
              <a:buNone/>
              <a:defRPr sz="3000" b="1">
                <a:solidFill>
                  <a:srgbClr val="39C6B3"/>
                </a:solidFill>
              </a:defRPr>
            </a:lvl2pPr>
            <a:lvl3pPr algn="l">
              <a:buNone/>
              <a:defRPr sz="3000" b="1">
                <a:solidFill>
                  <a:srgbClr val="39C6B3"/>
                </a:solidFill>
              </a:defRPr>
            </a:lvl3pPr>
            <a:lvl4pPr algn="l">
              <a:buNone/>
              <a:defRPr sz="3000" b="1">
                <a:solidFill>
                  <a:srgbClr val="39C6B3"/>
                </a:solidFill>
              </a:defRPr>
            </a:lvl4pPr>
            <a:lvl5pPr algn="l">
              <a:buNone/>
              <a:defRPr sz="3000" b="1">
                <a:solidFill>
                  <a:srgbClr val="39C6B3"/>
                </a:solidFill>
              </a:defRPr>
            </a:lvl5pPr>
            <a:lvl6pPr algn="l">
              <a:buNone/>
              <a:defRPr sz="3000" b="1">
                <a:solidFill>
                  <a:srgbClr val="39C6B3"/>
                </a:solidFill>
              </a:defRPr>
            </a:lvl6pPr>
            <a:lvl7pPr algn="l">
              <a:buNone/>
              <a:defRPr sz="3000" b="1">
                <a:solidFill>
                  <a:srgbClr val="39C6B3"/>
                </a:solidFill>
              </a:defRPr>
            </a:lvl7pPr>
            <a:lvl8pPr algn="l">
              <a:buNone/>
              <a:defRPr sz="3000" b="1">
                <a:solidFill>
                  <a:srgbClr val="39C6B3"/>
                </a:solidFill>
              </a:defRPr>
            </a:lvl8pPr>
            <a:lvl9pPr algn="l">
              <a:buNone/>
              <a:defRPr sz="300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39C6B3"/>
                </a:solidFill>
              </a:defRPr>
            </a:pPr>
            <a:r>
              <a:rPr sz="3000" b="1">
                <a:solidFill>
                  <a:srgbClr val="39C6B3"/>
                </a:solidFill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1FAA-9A40-48C1-99B5-04116123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applicants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5BDCD-C71D-4280-9D0A-D274995C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C20D2-FD0A-4978-AB54-B8DF526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6C9EFF"/>
                </a:solidFill>
              </a:defRPr>
            </a:defPPr>
            <a:lvl1pPr algn="l">
              <a:buNone/>
              <a:defRPr sz="3000" b="1">
                <a:solidFill>
                  <a:srgbClr val="6C9EFF"/>
                </a:solidFill>
              </a:defRPr>
            </a:lvl1pPr>
            <a:lvl2pPr algn="l">
              <a:buNone/>
              <a:defRPr sz="3000" b="1">
                <a:solidFill>
                  <a:srgbClr val="6C9EFF"/>
                </a:solidFill>
              </a:defRPr>
            </a:lvl2pPr>
            <a:lvl3pPr algn="l">
              <a:buNone/>
              <a:defRPr sz="3000" b="1">
                <a:solidFill>
                  <a:srgbClr val="6C9EFF"/>
                </a:solidFill>
              </a:defRPr>
            </a:lvl3pPr>
            <a:lvl4pPr algn="l">
              <a:buNone/>
              <a:defRPr sz="3000" b="1">
                <a:solidFill>
                  <a:srgbClr val="6C9EFF"/>
                </a:solidFill>
              </a:defRPr>
            </a:lvl4pPr>
            <a:lvl5pPr algn="l">
              <a:buNone/>
              <a:defRPr sz="3000" b="1">
                <a:solidFill>
                  <a:srgbClr val="6C9EFF"/>
                </a:solidFill>
              </a:defRPr>
            </a:lvl5pPr>
            <a:lvl6pPr algn="l">
              <a:buNone/>
              <a:defRPr sz="3000" b="1">
                <a:solidFill>
                  <a:srgbClr val="6C9EFF"/>
                </a:solidFill>
              </a:defRPr>
            </a:lvl6pPr>
            <a:lvl7pPr algn="l">
              <a:buNone/>
              <a:defRPr sz="3000" b="1">
                <a:solidFill>
                  <a:srgbClr val="6C9EFF"/>
                </a:solidFill>
              </a:defRPr>
            </a:lvl7pPr>
            <a:lvl8pPr algn="l">
              <a:buNone/>
              <a:defRPr sz="3000" b="1">
                <a:solidFill>
                  <a:srgbClr val="6C9EFF"/>
                </a:solidFill>
              </a:defRPr>
            </a:lvl8pPr>
            <a:lvl9pPr algn="l">
              <a:buNone/>
              <a:defRPr sz="3000" b="1">
                <a:solidFill>
                  <a:srgbClr val="6C9EFF"/>
                </a:solidFill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6C9EFF"/>
                </a:solidFill>
              </a:defRPr>
            </a:pPr>
            <a:r>
              <a:rPr sz="3000" b="1">
                <a:solidFill>
                  <a:srgbClr val="6C9EFF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55AEE-72C2-45C0-AE4F-8CF60FED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637FA-49D7-4BA2-8046-5BEE817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8AE99-EE59-4724-A632-55C38BAF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F5A65B"/>
                </a:solidFill>
              </a:defRPr>
            </a:defPPr>
            <a:lvl1pPr algn="l">
              <a:buNone/>
              <a:defRPr sz="3000" b="1">
                <a:solidFill>
                  <a:srgbClr val="F5A65B"/>
                </a:solidFill>
              </a:defRPr>
            </a:lvl1pPr>
            <a:lvl2pPr algn="l">
              <a:buNone/>
              <a:defRPr sz="3000" b="1">
                <a:solidFill>
                  <a:srgbClr val="F5A65B"/>
                </a:solidFill>
              </a:defRPr>
            </a:lvl2pPr>
            <a:lvl3pPr algn="l">
              <a:buNone/>
              <a:defRPr sz="3000" b="1">
                <a:solidFill>
                  <a:srgbClr val="F5A65B"/>
                </a:solidFill>
              </a:defRPr>
            </a:lvl3pPr>
            <a:lvl4pPr algn="l">
              <a:buNone/>
              <a:defRPr sz="3000" b="1">
                <a:solidFill>
                  <a:srgbClr val="F5A65B"/>
                </a:solidFill>
              </a:defRPr>
            </a:lvl4pPr>
            <a:lvl5pPr algn="l">
              <a:buNone/>
              <a:defRPr sz="3000" b="1">
                <a:solidFill>
                  <a:srgbClr val="F5A65B"/>
                </a:solidFill>
              </a:defRPr>
            </a:lvl5pPr>
            <a:lvl6pPr algn="l">
              <a:buNone/>
              <a:defRPr sz="3000" b="1">
                <a:solidFill>
                  <a:srgbClr val="F5A65B"/>
                </a:solidFill>
              </a:defRPr>
            </a:lvl6pPr>
            <a:lvl7pPr algn="l">
              <a:buNone/>
              <a:defRPr sz="3000" b="1">
                <a:solidFill>
                  <a:srgbClr val="F5A65B"/>
                </a:solidFill>
              </a:defRPr>
            </a:lvl7pPr>
            <a:lvl8pPr algn="l">
              <a:buNone/>
              <a:defRPr sz="3000" b="1">
                <a:solidFill>
                  <a:srgbClr val="F5A65B"/>
                </a:solidFill>
              </a:defRPr>
            </a:lvl8pPr>
            <a:lvl9pPr algn="l">
              <a:buNone/>
              <a:defRPr sz="3000" b="1">
                <a:solidFill>
                  <a:srgbClr val="F5A65B"/>
                </a:solidFill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F5A65B"/>
                </a:solidFill>
              </a:defRPr>
            </a:pPr>
            <a:r>
              <a:rPr sz="3000" b="1">
                <a:solidFill>
                  <a:srgbClr val="F5A65B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74ADF-DF6F-4EDE-9F24-EBAFA24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missing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610E-52C2-4175-A0C7-C0045C9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28057-2A8A-49BE-B229-D84129F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C6B3"/>
                </a:solidFill>
              </a:defRPr>
            </a:defPPr>
            <a:lvl1pPr algn="l">
              <a:buNone/>
              <a:defRPr sz="2025" b="1">
                <a:solidFill>
                  <a:srgbClr val="39C6B3"/>
                </a:solidFill>
              </a:defRPr>
            </a:lvl1pPr>
            <a:lvl2pPr algn="l">
              <a:buNone/>
              <a:defRPr sz="2025" b="1">
                <a:solidFill>
                  <a:srgbClr val="39C6B3"/>
                </a:solidFill>
              </a:defRPr>
            </a:lvl2pPr>
            <a:lvl3pPr algn="l">
              <a:buNone/>
              <a:defRPr sz="2025" b="1">
                <a:solidFill>
                  <a:srgbClr val="39C6B3"/>
                </a:solidFill>
              </a:defRPr>
            </a:lvl3pPr>
            <a:lvl4pPr algn="l">
              <a:buNone/>
              <a:defRPr sz="2025" b="1">
                <a:solidFill>
                  <a:srgbClr val="39C6B3"/>
                </a:solidFill>
              </a:defRPr>
            </a:lvl4pPr>
            <a:lvl5pPr algn="l">
              <a:buNone/>
              <a:defRPr sz="2025" b="1">
                <a:solidFill>
                  <a:srgbClr val="39C6B3"/>
                </a:solidFill>
              </a:defRPr>
            </a:lvl5pPr>
            <a:lvl6pPr algn="l">
              <a:buNone/>
              <a:defRPr sz="2025" b="1">
                <a:solidFill>
                  <a:srgbClr val="39C6B3"/>
                </a:solidFill>
              </a:defRPr>
            </a:lvl6pPr>
            <a:lvl7pPr algn="l">
              <a:buNone/>
              <a:defRPr sz="2025" b="1">
                <a:solidFill>
                  <a:srgbClr val="39C6B3"/>
                </a:solidFill>
              </a:defRPr>
            </a:lvl7pPr>
            <a:lvl8pPr algn="l">
              <a:buNone/>
              <a:defRPr sz="2025" b="1">
                <a:solidFill>
                  <a:srgbClr val="39C6B3"/>
                </a:solidFill>
              </a:defRPr>
            </a:lvl8pPr>
            <a:lvl9pPr algn="l">
              <a:buNone/>
              <a:defRPr sz="202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9C6B3"/>
                </a:solidFill>
              </a:defRPr>
            </a:pPr>
            <a:r>
              <a:rPr sz="2025" b="1">
                <a:solidFill>
                  <a:srgbClr val="39C6B3"/>
                </a:solidFill>
              </a:rPr>
              <a:t>25,000 / 25,000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4A7AE-AFB0-4DD3-8F3C-D6A9D50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N / Y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9C170-EF78-483B-9286-FD97715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7F9FC"/>
                </a:solidFill>
              </a:defRPr>
            </a:defPPr>
            <a:lvl1pPr algn="l">
              <a:buNone/>
              <a:defRPr sz="1650" b="1">
                <a:solidFill>
                  <a:srgbClr val="F7F9FC"/>
                </a:solidFill>
              </a:defRPr>
            </a:lvl1pPr>
            <a:lvl2pPr algn="l">
              <a:buNone/>
              <a:defRPr sz="1650" b="1">
                <a:solidFill>
                  <a:srgbClr val="F7F9FC"/>
                </a:solidFill>
              </a:defRPr>
            </a:lvl2pPr>
            <a:lvl3pPr algn="l">
              <a:buNone/>
              <a:defRPr sz="1650" b="1">
                <a:solidFill>
                  <a:srgbClr val="F7F9FC"/>
                </a:solidFill>
              </a:defRPr>
            </a:lvl3pPr>
            <a:lvl4pPr algn="l">
              <a:buNone/>
              <a:defRPr sz="1650" b="1">
                <a:solidFill>
                  <a:srgbClr val="F7F9FC"/>
                </a:solidFill>
              </a:defRPr>
            </a:lvl4pPr>
            <a:lvl5pPr algn="l">
              <a:buNone/>
              <a:defRPr sz="1650" b="1">
                <a:solidFill>
                  <a:srgbClr val="F7F9FC"/>
                </a:solidFill>
              </a:defRPr>
            </a:lvl5pPr>
            <a:lvl6pPr algn="l">
              <a:buNone/>
              <a:defRPr sz="1650" b="1">
                <a:solidFill>
                  <a:srgbClr val="F7F9FC"/>
                </a:solidFill>
              </a:defRPr>
            </a:lvl6pPr>
            <a:lvl7pPr algn="l">
              <a:buNone/>
              <a:defRPr sz="1650" b="1">
                <a:solidFill>
                  <a:srgbClr val="F7F9FC"/>
                </a:solidFill>
              </a:defRPr>
            </a:lvl7pPr>
            <a:lvl8pPr algn="l">
              <a:buNone/>
              <a:defRPr sz="1650" b="1">
                <a:solidFill>
                  <a:srgbClr val="F7F9FC"/>
                </a:solidFill>
              </a:defRPr>
            </a:lvl8pPr>
            <a:lvl9pPr algn="l">
              <a:buNone/>
              <a:defRPr sz="16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7F9FC"/>
                </a:solidFill>
              </a:defRPr>
            </a:pPr>
            <a:r>
              <a:rPr sz="1650" b="1">
                <a:solidFill>
                  <a:srgbClr val="F7F9FC"/>
                </a:solidFill>
              </a:rPr>
              <a:t>Features 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89F92-003D-47E3-A2B8-E5756C9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34176-4D42-41D7-9B6A-B67A0D00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Gender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1CCEB-5DF0-48FF-8962-CADF83B3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767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B44B5-681B-495C-A000-9B05AAA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05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Married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0015F-25FC-4F04-A56D-F6BCF19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EE97-4C40-456B-9800-BFAE354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05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ApplicantIncome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585D8-855C-4BFA-AB5A-7B1BEA0D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03AD0-2B72-4031-9B51-4EF378B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LoanAmount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6F60D-F379-44EB-A523-5B26897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25689-FCC0-4D36-8DF4-F5BE0AD6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Occupation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1FFEF-2EF5-44ED-9E72-8872282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2A1D1-BF94-4909-B559-5544A2D5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39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SalaryBand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A59F1-E44C-4D0B-94C6-CEB4736E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6836A-F4A5-4D02-BDFA-BE4B6B8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339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7F9FC"/>
                </a:solidFill>
              </a:defRPr>
            </a:defPPr>
            <a:lvl1pPr algn="l">
              <a:buNone/>
              <a:defRPr sz="1275" b="0">
                <a:solidFill>
                  <a:srgbClr val="F7F9FC"/>
                </a:solidFill>
              </a:defRPr>
            </a:lvl1pPr>
            <a:lvl2pPr algn="l">
              <a:buNone/>
              <a:defRPr sz="1275" b="0">
                <a:solidFill>
                  <a:srgbClr val="F7F9FC"/>
                </a:solidFill>
              </a:defRPr>
            </a:lvl2pPr>
            <a:lvl3pPr algn="l">
              <a:buNone/>
              <a:defRPr sz="1275" b="0">
                <a:solidFill>
                  <a:srgbClr val="F7F9FC"/>
                </a:solidFill>
              </a:defRPr>
            </a:lvl3pPr>
            <a:lvl4pPr algn="l">
              <a:buNone/>
              <a:defRPr sz="1275" b="0">
                <a:solidFill>
                  <a:srgbClr val="F7F9FC"/>
                </a:solidFill>
              </a:defRPr>
            </a:lvl4pPr>
            <a:lvl5pPr algn="l">
              <a:buNone/>
              <a:defRPr sz="1275" b="0">
                <a:solidFill>
                  <a:srgbClr val="F7F9FC"/>
                </a:solidFill>
              </a:defRPr>
            </a:lvl5pPr>
            <a:lvl6pPr algn="l">
              <a:buNone/>
              <a:defRPr sz="1275" b="0">
                <a:solidFill>
                  <a:srgbClr val="F7F9FC"/>
                </a:solidFill>
              </a:defRPr>
            </a:lvl6pPr>
            <a:lvl7pPr algn="l">
              <a:buNone/>
              <a:defRPr sz="1275" b="0">
                <a:solidFill>
                  <a:srgbClr val="F7F9FC"/>
                </a:solidFill>
              </a:defRPr>
            </a:lvl7pPr>
            <a:lvl8pPr algn="l">
              <a:buNone/>
              <a:defRPr sz="1275" b="0">
                <a:solidFill>
                  <a:srgbClr val="F7F9FC"/>
                </a:solidFill>
              </a:defRPr>
            </a:lvl8pPr>
            <a:lvl9pPr algn="l">
              <a:buNone/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Qualification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BE6D6-67C9-4D29-B2A2-E438CDC2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AB6C8"/>
                </a:solidFill>
              </a:defRPr>
            </a:defPPr>
            <a:lvl1pPr algn="l">
              <a:buNone/>
              <a:defRPr sz="1275" b="1">
                <a:solidFill>
                  <a:srgbClr val="AAB6C8"/>
                </a:solidFill>
              </a:defRPr>
            </a:lvl1pPr>
            <a:lvl2pPr algn="l">
              <a:buNone/>
              <a:defRPr sz="1275" b="1">
                <a:solidFill>
                  <a:srgbClr val="AAB6C8"/>
                </a:solidFill>
              </a:defRPr>
            </a:lvl2pPr>
            <a:lvl3pPr algn="l">
              <a:buNone/>
              <a:defRPr sz="1275" b="1">
                <a:solidFill>
                  <a:srgbClr val="AAB6C8"/>
                </a:solidFill>
              </a:defRPr>
            </a:lvl3pPr>
            <a:lvl4pPr algn="l">
              <a:buNone/>
              <a:defRPr sz="1275" b="1">
                <a:solidFill>
                  <a:srgbClr val="AAB6C8"/>
                </a:solidFill>
              </a:defRPr>
            </a:lvl4pPr>
            <a:lvl5pPr algn="l">
              <a:buNone/>
              <a:defRPr sz="1275" b="1">
                <a:solidFill>
                  <a:srgbClr val="AAB6C8"/>
                </a:solidFill>
              </a:defRPr>
            </a:lvl5pPr>
            <a:lvl6pPr algn="l">
              <a:buNone/>
              <a:defRPr sz="1275" b="1">
                <a:solidFill>
                  <a:srgbClr val="AAB6C8"/>
                </a:solidFill>
              </a:defRPr>
            </a:lvl6pPr>
            <a:lvl7pPr algn="l">
              <a:buNone/>
              <a:defRPr sz="1275" b="1">
                <a:solidFill>
                  <a:srgbClr val="AAB6C8"/>
                </a:solidFill>
              </a:defRPr>
            </a:lvl7pPr>
            <a:lvl8pPr algn="l">
              <a:buNone/>
              <a:defRPr sz="1275" b="1">
                <a:solidFill>
                  <a:srgbClr val="AAB6C8"/>
                </a:solidFill>
              </a:defRPr>
            </a:lvl8pPr>
            <a:lvl9pPr algn="l">
              <a:buNone/>
              <a:defRPr sz="12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AB6C8"/>
                </a:solidFill>
              </a:defRPr>
            </a:pPr>
            <a:r>
              <a:rPr sz="1275" b="1">
                <a:solidFill>
                  <a:srgbClr val="AAB6C8"/>
                </a:solidFill>
              </a:rPr>
              <a:t>Prediction 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D6CC4-509E-4FAD-8F8A-1E97C5E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C6B3"/>
                </a:solidFill>
              </a:defRPr>
            </a:defPPr>
            <a:lvl1pPr algn="l">
              <a:buNone/>
              <a:defRPr sz="1650" b="1">
                <a:solidFill>
                  <a:srgbClr val="39C6B3"/>
                </a:solidFill>
              </a:defRPr>
            </a:lvl1pPr>
            <a:lvl2pPr algn="l">
              <a:buNone/>
              <a:defRPr sz="1650" b="1">
                <a:solidFill>
                  <a:srgbClr val="39C6B3"/>
                </a:solidFill>
              </a:defRPr>
            </a:lvl2pPr>
            <a:lvl3pPr algn="l">
              <a:buNone/>
              <a:defRPr sz="1650" b="1">
                <a:solidFill>
                  <a:srgbClr val="39C6B3"/>
                </a:solidFill>
              </a:defRPr>
            </a:lvl3pPr>
            <a:lvl4pPr algn="l">
              <a:buNone/>
              <a:defRPr sz="1650" b="1">
                <a:solidFill>
                  <a:srgbClr val="39C6B3"/>
                </a:solidFill>
              </a:defRPr>
            </a:lvl4pPr>
            <a:lvl5pPr algn="l">
              <a:buNone/>
              <a:defRPr sz="1650" b="1">
                <a:solidFill>
                  <a:srgbClr val="39C6B3"/>
                </a:solidFill>
              </a:defRPr>
            </a:lvl5pPr>
            <a:lvl6pPr algn="l">
              <a:buNone/>
              <a:defRPr sz="1650" b="1">
                <a:solidFill>
                  <a:srgbClr val="39C6B3"/>
                </a:solidFill>
              </a:defRPr>
            </a:lvl6pPr>
            <a:lvl7pPr algn="l">
              <a:buNone/>
              <a:defRPr sz="1650" b="1">
                <a:solidFill>
                  <a:srgbClr val="39C6B3"/>
                </a:solidFill>
              </a:defRPr>
            </a:lvl7pPr>
            <a:lvl8pPr algn="l">
              <a:buNone/>
              <a:defRPr sz="1650" b="1">
                <a:solidFill>
                  <a:srgbClr val="39C6B3"/>
                </a:solidFill>
              </a:defRPr>
            </a:lvl8pPr>
            <a:lvl9pPr algn="l">
              <a:buNone/>
              <a:defRPr sz="165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39C6B3"/>
                </a:solidFill>
              </a:defRPr>
            </a:pPr>
            <a:r>
              <a:rPr sz="1650" b="1">
                <a:solidFill>
                  <a:srgbClr val="39C6B3"/>
                </a:solidFill>
              </a:rPr>
              <a:t>Loan_Status (N / Y)</a:t>
            </a:r>
          </a:p>
        </p:txBody>
      </p:sp>
    </p:spTree>
    <p:extLst>
      <p:ext uri="{BB962C8B-B14F-4D97-AF65-F5344CB8AC3E}">
        <p14:creationId xmlns:p14="http://schemas.microsoft.com/office/powerpoint/2010/main" val="717686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481F6-35B0-462C-9763-74E24E77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9FC"/>
                </a:solidFill>
              </a:defRPr>
            </a:defPPr>
            <a:lvl1pPr algn="l">
              <a:buNone/>
              <a:defRPr sz="2550" b="1">
                <a:solidFill>
                  <a:srgbClr val="F7F9FC"/>
                </a:solidFill>
              </a:defRPr>
            </a:lvl1pPr>
            <a:lvl2pPr algn="l">
              <a:buNone/>
              <a:defRPr sz="2550" b="1">
                <a:solidFill>
                  <a:srgbClr val="F7F9FC"/>
                </a:solidFill>
              </a:defRPr>
            </a:lvl2pPr>
            <a:lvl3pPr algn="l">
              <a:buNone/>
              <a:defRPr sz="2550" b="1">
                <a:solidFill>
                  <a:srgbClr val="F7F9FC"/>
                </a:solidFill>
              </a:defRPr>
            </a:lvl3pPr>
            <a:lvl4pPr algn="l">
              <a:buNone/>
              <a:defRPr sz="2550" b="1">
                <a:solidFill>
                  <a:srgbClr val="F7F9FC"/>
                </a:solidFill>
              </a:defRPr>
            </a:lvl4pPr>
            <a:lvl5pPr algn="l">
              <a:buNone/>
              <a:defRPr sz="2550" b="1">
                <a:solidFill>
                  <a:srgbClr val="F7F9FC"/>
                </a:solidFill>
              </a:defRPr>
            </a:lvl5pPr>
            <a:lvl6pPr algn="l">
              <a:buNone/>
              <a:defRPr sz="2550" b="1">
                <a:solidFill>
                  <a:srgbClr val="F7F9FC"/>
                </a:solidFill>
              </a:defRPr>
            </a:lvl6pPr>
            <a:lvl7pPr algn="l">
              <a:buNone/>
              <a:defRPr sz="2550" b="1">
                <a:solidFill>
                  <a:srgbClr val="F7F9FC"/>
                </a:solidFill>
              </a:defRPr>
            </a:lvl7pPr>
            <a:lvl8pPr algn="l">
              <a:buNone/>
              <a:defRPr sz="2550" b="1">
                <a:solidFill>
                  <a:srgbClr val="F7F9FC"/>
                </a:solidFill>
              </a:defRPr>
            </a:lvl8pPr>
            <a:lvl9pPr algn="l">
              <a:buNone/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Model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8629-EE27-42E7-8FFC-7B591F8C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Same 80/20 stratified split and the same held-out test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94114-1A2B-421F-A766-4B8145F2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EA1E8-441E-46A0-B375-07FCCC6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8"/>
                </a:solidFill>
              </a:defRPr>
            </a:defPPr>
            <a:lvl1pPr algn="l">
              <a:buNone/>
              <a:defRPr sz="900" b="1">
                <a:solidFill>
                  <a:srgbClr val="AAB6C8"/>
                </a:solidFill>
              </a:defRPr>
            </a:lvl1pPr>
            <a:lvl2pPr algn="l">
              <a:buNone/>
              <a:defRPr sz="900" b="1">
                <a:solidFill>
                  <a:srgbClr val="AAB6C8"/>
                </a:solidFill>
              </a:defRPr>
            </a:lvl2pPr>
            <a:lvl3pPr algn="l">
              <a:buNone/>
              <a:defRPr sz="900" b="1">
                <a:solidFill>
                  <a:srgbClr val="AAB6C8"/>
                </a:solidFill>
              </a:defRPr>
            </a:lvl3pPr>
            <a:lvl4pPr algn="l">
              <a:buNone/>
              <a:defRPr sz="900" b="1">
                <a:solidFill>
                  <a:srgbClr val="AAB6C8"/>
                </a:solidFill>
              </a:defRPr>
            </a:lvl4pPr>
            <a:lvl5pPr algn="l">
              <a:buNone/>
              <a:defRPr sz="900" b="1">
                <a:solidFill>
                  <a:srgbClr val="AAB6C8"/>
                </a:solidFill>
              </a:defRPr>
            </a:lvl5pPr>
            <a:lvl6pPr algn="l">
              <a:buNone/>
              <a:defRPr sz="900" b="1">
                <a:solidFill>
                  <a:srgbClr val="AAB6C8"/>
                </a:solidFill>
              </a:defRPr>
            </a:lvl6pPr>
            <a:lvl7pPr algn="l">
              <a:buNone/>
              <a:defRPr sz="900" b="1">
                <a:solidFill>
                  <a:srgbClr val="AAB6C8"/>
                </a:solidFill>
              </a:defRPr>
            </a:lvl7pPr>
            <a:lvl8pPr algn="l">
              <a:buNone/>
              <a:defRPr sz="900" b="1">
                <a:solidFill>
                  <a:srgbClr val="AAB6C8"/>
                </a:solidFill>
              </a:defRPr>
            </a:lvl8pPr>
            <a:lvl9pPr algn="l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LOAN STATUS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14F47-845E-4420-BB90-1EBF238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AB6C8"/>
                </a:solidFill>
              </a:defRPr>
            </a:defPPr>
            <a:lvl1pPr algn="r">
              <a:buNone/>
              <a:defRPr sz="900" b="1">
                <a:solidFill>
                  <a:srgbClr val="AAB6C8"/>
                </a:solidFill>
              </a:defRPr>
            </a:lvl1pPr>
            <a:lvl2pPr algn="r">
              <a:buNone/>
              <a:defRPr sz="900" b="1">
                <a:solidFill>
                  <a:srgbClr val="AAB6C8"/>
                </a:solidFill>
              </a:defRPr>
            </a:lvl2pPr>
            <a:lvl3pPr algn="r">
              <a:buNone/>
              <a:defRPr sz="900" b="1">
                <a:solidFill>
                  <a:srgbClr val="AAB6C8"/>
                </a:solidFill>
              </a:defRPr>
            </a:lvl3pPr>
            <a:lvl4pPr algn="r">
              <a:buNone/>
              <a:defRPr sz="900" b="1">
                <a:solidFill>
                  <a:srgbClr val="AAB6C8"/>
                </a:solidFill>
              </a:defRPr>
            </a:lvl4pPr>
            <a:lvl5pPr algn="r">
              <a:buNone/>
              <a:defRPr sz="900" b="1">
                <a:solidFill>
                  <a:srgbClr val="AAB6C8"/>
                </a:solidFill>
              </a:defRPr>
            </a:lvl5pPr>
            <a:lvl6pPr algn="r">
              <a:buNone/>
              <a:defRPr sz="900" b="1">
                <a:solidFill>
                  <a:srgbClr val="AAB6C8"/>
                </a:solidFill>
              </a:defRPr>
            </a:lvl6pPr>
            <a:lvl7pPr algn="r">
              <a:buNone/>
              <a:defRPr sz="900" b="1">
                <a:solidFill>
                  <a:srgbClr val="AAB6C8"/>
                </a:solidFill>
              </a:defRPr>
            </a:lvl7pPr>
            <a:lvl8pPr algn="r">
              <a:buNone/>
              <a:defRPr sz="900" b="1">
                <a:solidFill>
                  <a:srgbClr val="AAB6C8"/>
                </a:solidFill>
              </a:defRPr>
            </a:lvl8pPr>
            <a:lvl9pPr algn="r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6D475-7D9A-4A56-B53E-225ECB96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574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7C7A-E0C5-4824-92DB-91606F2C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9C6B3"/>
                </a:solidFill>
              </a:defRPr>
            </a:defPPr>
            <a:lvl1pPr algn="l">
              <a:buNone/>
              <a:defRPr sz="1275" b="1">
                <a:solidFill>
                  <a:srgbClr val="39C6B3"/>
                </a:solidFill>
              </a:defRPr>
            </a:lvl1pPr>
            <a:lvl2pPr algn="l">
              <a:buNone/>
              <a:defRPr sz="1275" b="1">
                <a:solidFill>
                  <a:srgbClr val="39C6B3"/>
                </a:solidFill>
              </a:defRPr>
            </a:lvl2pPr>
            <a:lvl3pPr algn="l">
              <a:buNone/>
              <a:defRPr sz="1275" b="1">
                <a:solidFill>
                  <a:srgbClr val="39C6B3"/>
                </a:solidFill>
              </a:defRPr>
            </a:lvl3pPr>
            <a:lvl4pPr algn="l">
              <a:buNone/>
              <a:defRPr sz="1275" b="1">
                <a:solidFill>
                  <a:srgbClr val="39C6B3"/>
                </a:solidFill>
              </a:defRPr>
            </a:lvl4pPr>
            <a:lvl5pPr algn="l">
              <a:buNone/>
              <a:defRPr sz="1275" b="1">
                <a:solidFill>
                  <a:srgbClr val="39C6B3"/>
                </a:solidFill>
              </a:defRPr>
            </a:lvl5pPr>
            <a:lvl6pPr algn="l">
              <a:buNone/>
              <a:defRPr sz="1275" b="1">
                <a:solidFill>
                  <a:srgbClr val="39C6B3"/>
                </a:solidFill>
              </a:defRPr>
            </a:lvl6pPr>
            <a:lvl7pPr algn="l">
              <a:buNone/>
              <a:defRPr sz="1275" b="1">
                <a:solidFill>
                  <a:srgbClr val="39C6B3"/>
                </a:solidFill>
              </a:defRPr>
            </a:lvl7pPr>
            <a:lvl8pPr algn="l">
              <a:buNone/>
              <a:defRPr sz="1275" b="1">
                <a:solidFill>
                  <a:srgbClr val="39C6B3"/>
                </a:solidFill>
              </a:defRPr>
            </a:lvl8pPr>
            <a:lvl9pPr algn="l">
              <a:buNone/>
              <a:defRPr sz="127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9C6B3"/>
                </a:solidFill>
              </a:defRPr>
            </a:pPr>
            <a:r>
              <a:rPr sz="1275" b="1">
                <a:solidFill>
                  <a:srgbClr val="39C6B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7129E-45BC-447E-94A2-FB2AAE77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7F9FC"/>
                </a:solidFill>
              </a:defRPr>
            </a:defPPr>
            <a:lvl1pPr algn="l">
              <a:buNone/>
              <a:defRPr sz="1875" b="1">
                <a:solidFill>
                  <a:srgbClr val="F7F9FC"/>
                </a:solidFill>
              </a:defRPr>
            </a:lvl1pPr>
            <a:lvl2pPr algn="l">
              <a:buNone/>
              <a:defRPr sz="1875" b="1">
                <a:solidFill>
                  <a:srgbClr val="F7F9FC"/>
                </a:solidFill>
              </a:defRPr>
            </a:lvl2pPr>
            <a:lvl3pPr algn="l">
              <a:buNone/>
              <a:defRPr sz="1875" b="1">
                <a:solidFill>
                  <a:srgbClr val="F7F9FC"/>
                </a:solidFill>
              </a:defRPr>
            </a:lvl3pPr>
            <a:lvl4pPr algn="l">
              <a:buNone/>
              <a:defRPr sz="1875" b="1">
                <a:solidFill>
                  <a:srgbClr val="F7F9FC"/>
                </a:solidFill>
              </a:defRPr>
            </a:lvl4pPr>
            <a:lvl5pPr algn="l">
              <a:buNone/>
              <a:defRPr sz="1875" b="1">
                <a:solidFill>
                  <a:srgbClr val="F7F9FC"/>
                </a:solidFill>
              </a:defRPr>
            </a:lvl5pPr>
            <a:lvl6pPr algn="l">
              <a:buNone/>
              <a:defRPr sz="1875" b="1">
                <a:solidFill>
                  <a:srgbClr val="F7F9FC"/>
                </a:solidFill>
              </a:defRPr>
            </a:lvl6pPr>
            <a:lvl7pPr algn="l">
              <a:buNone/>
              <a:defRPr sz="1875" b="1">
                <a:solidFill>
                  <a:srgbClr val="F7F9FC"/>
                </a:solidFill>
              </a:defRPr>
            </a:lvl7pPr>
            <a:lvl8pPr algn="l">
              <a:buNone/>
              <a:defRPr sz="1875" b="1">
                <a:solidFill>
                  <a:srgbClr val="F7F9FC"/>
                </a:solidFill>
              </a:defRPr>
            </a:lvl8pPr>
            <a:lvl9pPr algn="l">
              <a:buNone/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07773-E7FC-451D-85F6-599BB4DB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8"/>
                </a:solidFill>
              </a:defRPr>
            </a:defPPr>
            <a:lvl1pPr algn="l">
              <a:buNone/>
              <a:defRPr sz="1350" b="0">
                <a:solidFill>
                  <a:srgbClr val="AAB6C8"/>
                </a:solidFill>
              </a:defRPr>
            </a:lvl1pPr>
            <a:lvl2pPr algn="l">
              <a:buNone/>
              <a:defRPr sz="1350" b="0">
                <a:solidFill>
                  <a:srgbClr val="AAB6C8"/>
                </a:solidFill>
              </a:defRPr>
            </a:lvl2pPr>
            <a:lvl3pPr algn="l">
              <a:buNone/>
              <a:defRPr sz="1350" b="0">
                <a:solidFill>
                  <a:srgbClr val="AAB6C8"/>
                </a:solidFill>
              </a:defRPr>
            </a:lvl3pPr>
            <a:lvl4pPr algn="l">
              <a:buNone/>
              <a:defRPr sz="1350" b="0">
                <a:solidFill>
                  <a:srgbClr val="AAB6C8"/>
                </a:solidFill>
              </a:defRPr>
            </a:lvl4pPr>
            <a:lvl5pPr algn="l">
              <a:buNone/>
              <a:defRPr sz="1350" b="0">
                <a:solidFill>
                  <a:srgbClr val="AAB6C8"/>
                </a:solidFill>
              </a:defRPr>
            </a:lvl5pPr>
            <a:lvl6pPr algn="l">
              <a:buNone/>
              <a:defRPr sz="1350" b="0">
                <a:solidFill>
                  <a:srgbClr val="AAB6C8"/>
                </a:solidFill>
              </a:defRPr>
            </a:lvl6pPr>
            <a:lvl7pPr algn="l">
              <a:buNone/>
              <a:defRPr sz="1350" b="0">
                <a:solidFill>
                  <a:srgbClr val="AAB6C8"/>
                </a:solidFill>
              </a:defRPr>
            </a:lvl7pPr>
            <a:lvl8pPr algn="l">
              <a:buNone/>
              <a:defRPr sz="1350" b="0">
                <a:solidFill>
                  <a:srgbClr val="AAB6C8"/>
                </a:solidFill>
              </a:defRPr>
            </a:lvl8pPr>
            <a:lvl9pPr algn="l">
              <a:buNone/>
              <a:defRPr sz="135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40,000 train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10,000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7B2F8-6F0F-4CFF-B96F-A63B496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89971-B4E5-4CCF-B972-F49899E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4574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24ECD-D9F5-45C9-9CD0-67C7CFF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9C6B3"/>
                </a:solidFill>
              </a:defRPr>
            </a:defPPr>
            <a:lvl1pPr algn="l">
              <a:buNone/>
              <a:defRPr sz="1275" b="1">
                <a:solidFill>
                  <a:srgbClr val="39C6B3"/>
                </a:solidFill>
              </a:defRPr>
            </a:lvl1pPr>
            <a:lvl2pPr algn="l">
              <a:buNone/>
              <a:defRPr sz="1275" b="1">
                <a:solidFill>
                  <a:srgbClr val="39C6B3"/>
                </a:solidFill>
              </a:defRPr>
            </a:lvl2pPr>
            <a:lvl3pPr algn="l">
              <a:buNone/>
              <a:defRPr sz="1275" b="1">
                <a:solidFill>
                  <a:srgbClr val="39C6B3"/>
                </a:solidFill>
              </a:defRPr>
            </a:lvl3pPr>
            <a:lvl4pPr algn="l">
              <a:buNone/>
              <a:defRPr sz="1275" b="1">
                <a:solidFill>
                  <a:srgbClr val="39C6B3"/>
                </a:solidFill>
              </a:defRPr>
            </a:lvl4pPr>
            <a:lvl5pPr algn="l">
              <a:buNone/>
              <a:defRPr sz="1275" b="1">
                <a:solidFill>
                  <a:srgbClr val="39C6B3"/>
                </a:solidFill>
              </a:defRPr>
            </a:lvl5pPr>
            <a:lvl6pPr algn="l">
              <a:buNone/>
              <a:defRPr sz="1275" b="1">
                <a:solidFill>
                  <a:srgbClr val="39C6B3"/>
                </a:solidFill>
              </a:defRPr>
            </a:lvl6pPr>
            <a:lvl7pPr algn="l">
              <a:buNone/>
              <a:defRPr sz="1275" b="1">
                <a:solidFill>
                  <a:srgbClr val="39C6B3"/>
                </a:solidFill>
              </a:defRPr>
            </a:lvl7pPr>
            <a:lvl8pPr algn="l">
              <a:buNone/>
              <a:defRPr sz="1275" b="1">
                <a:solidFill>
                  <a:srgbClr val="39C6B3"/>
                </a:solidFill>
              </a:defRPr>
            </a:lvl8pPr>
            <a:lvl9pPr algn="l">
              <a:buNone/>
              <a:defRPr sz="127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9C6B3"/>
                </a:solidFill>
              </a:defRPr>
            </a:pPr>
            <a:r>
              <a:rPr sz="1275" b="1">
                <a:solidFill>
                  <a:srgbClr val="39C6B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D8B92-5553-4654-9783-595C444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7F9FC"/>
                </a:solidFill>
              </a:defRPr>
            </a:defPPr>
            <a:lvl1pPr algn="l">
              <a:buNone/>
              <a:defRPr sz="1875" b="1">
                <a:solidFill>
                  <a:srgbClr val="F7F9FC"/>
                </a:solidFill>
              </a:defRPr>
            </a:lvl1pPr>
            <a:lvl2pPr algn="l">
              <a:buNone/>
              <a:defRPr sz="1875" b="1">
                <a:solidFill>
                  <a:srgbClr val="F7F9FC"/>
                </a:solidFill>
              </a:defRPr>
            </a:lvl2pPr>
            <a:lvl3pPr algn="l">
              <a:buNone/>
              <a:defRPr sz="1875" b="1">
                <a:solidFill>
                  <a:srgbClr val="F7F9FC"/>
                </a:solidFill>
              </a:defRPr>
            </a:lvl3pPr>
            <a:lvl4pPr algn="l">
              <a:buNone/>
              <a:defRPr sz="1875" b="1">
                <a:solidFill>
                  <a:srgbClr val="F7F9FC"/>
                </a:solidFill>
              </a:defRPr>
            </a:lvl4pPr>
            <a:lvl5pPr algn="l">
              <a:buNone/>
              <a:defRPr sz="1875" b="1">
                <a:solidFill>
                  <a:srgbClr val="F7F9FC"/>
                </a:solidFill>
              </a:defRPr>
            </a:lvl5pPr>
            <a:lvl6pPr algn="l">
              <a:buNone/>
              <a:defRPr sz="1875" b="1">
                <a:solidFill>
                  <a:srgbClr val="F7F9FC"/>
                </a:solidFill>
              </a:defRPr>
            </a:lvl6pPr>
            <a:lvl7pPr algn="l">
              <a:buNone/>
              <a:defRPr sz="1875" b="1">
                <a:solidFill>
                  <a:srgbClr val="F7F9FC"/>
                </a:solidFill>
              </a:defRPr>
            </a:lvl7pPr>
            <a:lvl8pPr algn="l">
              <a:buNone/>
              <a:defRPr sz="1875" b="1">
                <a:solidFill>
                  <a:srgbClr val="F7F9FC"/>
                </a:solidFill>
              </a:defRPr>
            </a:lvl8pPr>
            <a:lvl9pPr algn="l">
              <a:buNone/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Prepare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14BDF-E779-4959-95F6-5199091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8"/>
                </a:solidFill>
              </a:defRPr>
            </a:defPPr>
            <a:lvl1pPr algn="l">
              <a:buNone/>
              <a:defRPr sz="1350" b="0">
                <a:solidFill>
                  <a:srgbClr val="AAB6C8"/>
                </a:solidFill>
              </a:defRPr>
            </a:lvl1pPr>
            <a:lvl2pPr algn="l">
              <a:buNone/>
              <a:defRPr sz="1350" b="0">
                <a:solidFill>
                  <a:srgbClr val="AAB6C8"/>
                </a:solidFill>
              </a:defRPr>
            </a:lvl2pPr>
            <a:lvl3pPr algn="l">
              <a:buNone/>
              <a:defRPr sz="1350" b="0">
                <a:solidFill>
                  <a:srgbClr val="AAB6C8"/>
                </a:solidFill>
              </a:defRPr>
            </a:lvl3pPr>
            <a:lvl4pPr algn="l">
              <a:buNone/>
              <a:defRPr sz="1350" b="0">
                <a:solidFill>
                  <a:srgbClr val="AAB6C8"/>
                </a:solidFill>
              </a:defRPr>
            </a:lvl4pPr>
            <a:lvl5pPr algn="l">
              <a:buNone/>
              <a:defRPr sz="1350" b="0">
                <a:solidFill>
                  <a:srgbClr val="AAB6C8"/>
                </a:solidFill>
              </a:defRPr>
            </a:lvl5pPr>
            <a:lvl6pPr algn="l">
              <a:buNone/>
              <a:defRPr sz="1350" b="0">
                <a:solidFill>
                  <a:srgbClr val="AAB6C8"/>
                </a:solidFill>
              </a:defRPr>
            </a:lvl6pPr>
            <a:lvl7pPr algn="l">
              <a:buNone/>
              <a:defRPr sz="1350" b="0">
                <a:solidFill>
                  <a:srgbClr val="AAB6C8"/>
                </a:solidFill>
              </a:defRPr>
            </a:lvl7pPr>
            <a:lvl8pPr algn="l">
              <a:buNone/>
              <a:defRPr sz="1350" b="0">
                <a:solidFill>
                  <a:srgbClr val="AAB6C8"/>
                </a:solidFill>
              </a:defRPr>
            </a:lvl8pPr>
            <a:lvl9pPr algn="l">
              <a:buNone/>
              <a:defRPr sz="135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One-hot encode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scale numeric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5EE1B-EF24-4E8A-9EEA-179D9A04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86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70722-A609-4347-804D-6EC5219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4574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D2F16-D242-4B51-8CD7-E94280A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9C6B3"/>
                </a:solidFill>
              </a:defRPr>
            </a:defPPr>
            <a:lvl1pPr algn="l">
              <a:buNone/>
              <a:defRPr sz="1275" b="1">
                <a:solidFill>
                  <a:srgbClr val="39C6B3"/>
                </a:solidFill>
              </a:defRPr>
            </a:lvl1pPr>
            <a:lvl2pPr algn="l">
              <a:buNone/>
              <a:defRPr sz="1275" b="1">
                <a:solidFill>
                  <a:srgbClr val="39C6B3"/>
                </a:solidFill>
              </a:defRPr>
            </a:lvl2pPr>
            <a:lvl3pPr algn="l">
              <a:buNone/>
              <a:defRPr sz="1275" b="1">
                <a:solidFill>
                  <a:srgbClr val="39C6B3"/>
                </a:solidFill>
              </a:defRPr>
            </a:lvl3pPr>
            <a:lvl4pPr algn="l">
              <a:buNone/>
              <a:defRPr sz="1275" b="1">
                <a:solidFill>
                  <a:srgbClr val="39C6B3"/>
                </a:solidFill>
              </a:defRPr>
            </a:lvl4pPr>
            <a:lvl5pPr algn="l">
              <a:buNone/>
              <a:defRPr sz="1275" b="1">
                <a:solidFill>
                  <a:srgbClr val="39C6B3"/>
                </a:solidFill>
              </a:defRPr>
            </a:lvl5pPr>
            <a:lvl6pPr algn="l">
              <a:buNone/>
              <a:defRPr sz="1275" b="1">
                <a:solidFill>
                  <a:srgbClr val="39C6B3"/>
                </a:solidFill>
              </a:defRPr>
            </a:lvl6pPr>
            <a:lvl7pPr algn="l">
              <a:buNone/>
              <a:defRPr sz="1275" b="1">
                <a:solidFill>
                  <a:srgbClr val="39C6B3"/>
                </a:solidFill>
              </a:defRPr>
            </a:lvl7pPr>
            <a:lvl8pPr algn="l">
              <a:buNone/>
              <a:defRPr sz="1275" b="1">
                <a:solidFill>
                  <a:srgbClr val="39C6B3"/>
                </a:solidFill>
              </a:defRPr>
            </a:lvl8pPr>
            <a:lvl9pPr algn="l">
              <a:buNone/>
              <a:defRPr sz="127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9C6B3"/>
                </a:solidFill>
              </a:defRPr>
            </a:pPr>
            <a:r>
              <a:rPr sz="1275" b="1">
                <a:solidFill>
                  <a:srgbClr val="39C6B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C119B-3CEA-4B8C-8BB5-F2C8C687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7F9FC"/>
                </a:solidFill>
              </a:defRPr>
            </a:defPPr>
            <a:lvl1pPr algn="l">
              <a:buNone/>
              <a:defRPr sz="1875" b="1">
                <a:solidFill>
                  <a:srgbClr val="F7F9FC"/>
                </a:solidFill>
              </a:defRPr>
            </a:lvl1pPr>
            <a:lvl2pPr algn="l">
              <a:buNone/>
              <a:defRPr sz="1875" b="1">
                <a:solidFill>
                  <a:srgbClr val="F7F9FC"/>
                </a:solidFill>
              </a:defRPr>
            </a:lvl2pPr>
            <a:lvl3pPr algn="l">
              <a:buNone/>
              <a:defRPr sz="1875" b="1">
                <a:solidFill>
                  <a:srgbClr val="F7F9FC"/>
                </a:solidFill>
              </a:defRPr>
            </a:lvl3pPr>
            <a:lvl4pPr algn="l">
              <a:buNone/>
              <a:defRPr sz="1875" b="1">
                <a:solidFill>
                  <a:srgbClr val="F7F9FC"/>
                </a:solidFill>
              </a:defRPr>
            </a:lvl4pPr>
            <a:lvl5pPr algn="l">
              <a:buNone/>
              <a:defRPr sz="1875" b="1">
                <a:solidFill>
                  <a:srgbClr val="F7F9FC"/>
                </a:solidFill>
              </a:defRPr>
            </a:lvl5pPr>
            <a:lvl6pPr algn="l">
              <a:buNone/>
              <a:defRPr sz="1875" b="1">
                <a:solidFill>
                  <a:srgbClr val="F7F9FC"/>
                </a:solidFill>
              </a:defRPr>
            </a:lvl6pPr>
            <a:lvl7pPr algn="l">
              <a:buNone/>
              <a:defRPr sz="1875" b="1">
                <a:solidFill>
                  <a:srgbClr val="F7F9FC"/>
                </a:solidFill>
              </a:defRPr>
            </a:lvl7pPr>
            <a:lvl8pPr algn="l">
              <a:buNone/>
              <a:defRPr sz="1875" b="1">
                <a:solidFill>
                  <a:srgbClr val="F7F9FC"/>
                </a:solidFill>
              </a:defRPr>
            </a:lvl8pPr>
            <a:lvl9pPr algn="l">
              <a:buNone/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AFA22-0DD9-40F3-8FA0-FBC30ECC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8"/>
                </a:solidFill>
              </a:defRPr>
            </a:defPPr>
            <a:lvl1pPr algn="l">
              <a:buNone/>
              <a:defRPr sz="1350" b="0">
                <a:solidFill>
                  <a:srgbClr val="AAB6C8"/>
                </a:solidFill>
              </a:defRPr>
            </a:lvl1pPr>
            <a:lvl2pPr algn="l">
              <a:buNone/>
              <a:defRPr sz="1350" b="0">
                <a:solidFill>
                  <a:srgbClr val="AAB6C8"/>
                </a:solidFill>
              </a:defRPr>
            </a:lvl2pPr>
            <a:lvl3pPr algn="l">
              <a:buNone/>
              <a:defRPr sz="1350" b="0">
                <a:solidFill>
                  <a:srgbClr val="AAB6C8"/>
                </a:solidFill>
              </a:defRPr>
            </a:lvl3pPr>
            <a:lvl4pPr algn="l">
              <a:buNone/>
              <a:defRPr sz="1350" b="0">
                <a:solidFill>
                  <a:srgbClr val="AAB6C8"/>
                </a:solidFill>
              </a:defRPr>
            </a:lvl4pPr>
            <a:lvl5pPr algn="l">
              <a:buNone/>
              <a:defRPr sz="1350" b="0">
                <a:solidFill>
                  <a:srgbClr val="AAB6C8"/>
                </a:solidFill>
              </a:defRPr>
            </a:lvl5pPr>
            <a:lvl6pPr algn="l">
              <a:buNone/>
              <a:defRPr sz="1350" b="0">
                <a:solidFill>
                  <a:srgbClr val="AAB6C8"/>
                </a:solidFill>
              </a:defRPr>
            </a:lvl6pPr>
            <a:lvl7pPr algn="l">
              <a:buNone/>
              <a:defRPr sz="1350" b="0">
                <a:solidFill>
                  <a:srgbClr val="AAB6C8"/>
                </a:solidFill>
              </a:defRPr>
            </a:lvl7pPr>
            <a:lvl8pPr algn="l">
              <a:buNone/>
              <a:defRPr sz="1350" b="0">
                <a:solidFill>
                  <a:srgbClr val="AAB6C8"/>
                </a:solidFill>
              </a:defRPr>
            </a:lvl8pPr>
            <a:lvl9pPr algn="l">
              <a:buNone/>
              <a:defRPr sz="135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Logistic Regression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Random Forest • ANN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2CA31-6042-4208-8748-9A48FE77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B5739-2144-45E2-91AE-51824497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574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D1B9B-AD7A-4CA3-8DBD-B8CCCDB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9C6B3"/>
                </a:solidFill>
              </a:defRPr>
            </a:defPPr>
            <a:lvl1pPr algn="l">
              <a:buNone/>
              <a:defRPr sz="1275" b="1">
                <a:solidFill>
                  <a:srgbClr val="39C6B3"/>
                </a:solidFill>
              </a:defRPr>
            </a:lvl1pPr>
            <a:lvl2pPr algn="l">
              <a:buNone/>
              <a:defRPr sz="1275" b="1">
                <a:solidFill>
                  <a:srgbClr val="39C6B3"/>
                </a:solidFill>
              </a:defRPr>
            </a:lvl2pPr>
            <a:lvl3pPr algn="l">
              <a:buNone/>
              <a:defRPr sz="1275" b="1">
                <a:solidFill>
                  <a:srgbClr val="39C6B3"/>
                </a:solidFill>
              </a:defRPr>
            </a:lvl3pPr>
            <a:lvl4pPr algn="l">
              <a:buNone/>
              <a:defRPr sz="1275" b="1">
                <a:solidFill>
                  <a:srgbClr val="39C6B3"/>
                </a:solidFill>
              </a:defRPr>
            </a:lvl4pPr>
            <a:lvl5pPr algn="l">
              <a:buNone/>
              <a:defRPr sz="1275" b="1">
                <a:solidFill>
                  <a:srgbClr val="39C6B3"/>
                </a:solidFill>
              </a:defRPr>
            </a:lvl5pPr>
            <a:lvl6pPr algn="l">
              <a:buNone/>
              <a:defRPr sz="1275" b="1">
                <a:solidFill>
                  <a:srgbClr val="39C6B3"/>
                </a:solidFill>
              </a:defRPr>
            </a:lvl6pPr>
            <a:lvl7pPr algn="l">
              <a:buNone/>
              <a:defRPr sz="1275" b="1">
                <a:solidFill>
                  <a:srgbClr val="39C6B3"/>
                </a:solidFill>
              </a:defRPr>
            </a:lvl7pPr>
            <a:lvl8pPr algn="l">
              <a:buNone/>
              <a:defRPr sz="1275" b="1">
                <a:solidFill>
                  <a:srgbClr val="39C6B3"/>
                </a:solidFill>
              </a:defRPr>
            </a:lvl8pPr>
            <a:lvl9pPr algn="l">
              <a:buNone/>
              <a:defRPr sz="127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39C6B3"/>
                </a:solidFill>
              </a:defRPr>
            </a:pPr>
            <a:r>
              <a:rPr sz="1275" b="1">
                <a:solidFill>
                  <a:srgbClr val="39C6B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42F02-ACB3-4652-B030-49EB80E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14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7F9FC"/>
                </a:solidFill>
              </a:defRPr>
            </a:defPPr>
            <a:lvl1pPr algn="l">
              <a:buNone/>
              <a:defRPr sz="1875" b="1">
                <a:solidFill>
                  <a:srgbClr val="F7F9FC"/>
                </a:solidFill>
              </a:defRPr>
            </a:lvl1pPr>
            <a:lvl2pPr algn="l">
              <a:buNone/>
              <a:defRPr sz="1875" b="1">
                <a:solidFill>
                  <a:srgbClr val="F7F9FC"/>
                </a:solidFill>
              </a:defRPr>
            </a:lvl2pPr>
            <a:lvl3pPr algn="l">
              <a:buNone/>
              <a:defRPr sz="1875" b="1">
                <a:solidFill>
                  <a:srgbClr val="F7F9FC"/>
                </a:solidFill>
              </a:defRPr>
            </a:lvl3pPr>
            <a:lvl4pPr algn="l">
              <a:buNone/>
              <a:defRPr sz="1875" b="1">
                <a:solidFill>
                  <a:srgbClr val="F7F9FC"/>
                </a:solidFill>
              </a:defRPr>
            </a:lvl4pPr>
            <a:lvl5pPr algn="l">
              <a:buNone/>
              <a:defRPr sz="1875" b="1">
                <a:solidFill>
                  <a:srgbClr val="F7F9FC"/>
                </a:solidFill>
              </a:defRPr>
            </a:lvl5pPr>
            <a:lvl6pPr algn="l">
              <a:buNone/>
              <a:defRPr sz="1875" b="1">
                <a:solidFill>
                  <a:srgbClr val="F7F9FC"/>
                </a:solidFill>
              </a:defRPr>
            </a:lvl6pPr>
            <a:lvl7pPr algn="l">
              <a:buNone/>
              <a:defRPr sz="1875" b="1">
                <a:solidFill>
                  <a:srgbClr val="F7F9FC"/>
                </a:solidFill>
              </a:defRPr>
            </a:lvl7pPr>
            <a:lvl8pPr algn="l">
              <a:buNone/>
              <a:defRPr sz="1875" b="1">
                <a:solidFill>
                  <a:srgbClr val="F7F9FC"/>
                </a:solidFill>
              </a:defRPr>
            </a:lvl8pPr>
            <a:lvl9pPr algn="l">
              <a:buNone/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Evaluate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A0A3A-BF77-4067-8A21-3EFD9985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8"/>
                </a:solidFill>
              </a:defRPr>
            </a:defPPr>
            <a:lvl1pPr algn="l">
              <a:buNone/>
              <a:defRPr sz="1350" b="0">
                <a:solidFill>
                  <a:srgbClr val="AAB6C8"/>
                </a:solidFill>
              </a:defRPr>
            </a:lvl1pPr>
            <a:lvl2pPr algn="l">
              <a:buNone/>
              <a:defRPr sz="1350" b="0">
                <a:solidFill>
                  <a:srgbClr val="AAB6C8"/>
                </a:solidFill>
              </a:defRPr>
            </a:lvl2pPr>
            <a:lvl3pPr algn="l">
              <a:buNone/>
              <a:defRPr sz="1350" b="0">
                <a:solidFill>
                  <a:srgbClr val="AAB6C8"/>
                </a:solidFill>
              </a:defRPr>
            </a:lvl3pPr>
            <a:lvl4pPr algn="l">
              <a:buNone/>
              <a:defRPr sz="1350" b="0">
                <a:solidFill>
                  <a:srgbClr val="AAB6C8"/>
                </a:solidFill>
              </a:defRPr>
            </a:lvl4pPr>
            <a:lvl5pPr algn="l">
              <a:buNone/>
              <a:defRPr sz="1350" b="0">
                <a:solidFill>
                  <a:srgbClr val="AAB6C8"/>
                </a:solidFill>
              </a:defRPr>
            </a:lvl5pPr>
            <a:lvl6pPr algn="l">
              <a:buNone/>
              <a:defRPr sz="1350" b="0">
                <a:solidFill>
                  <a:srgbClr val="AAB6C8"/>
                </a:solidFill>
              </a:defRPr>
            </a:lvl6pPr>
            <a:lvl7pPr algn="l">
              <a:buNone/>
              <a:defRPr sz="1350" b="0">
                <a:solidFill>
                  <a:srgbClr val="AAB6C8"/>
                </a:solidFill>
              </a:defRPr>
            </a:lvl7pPr>
            <a:lvl8pPr algn="l">
              <a:buNone/>
              <a:defRPr sz="1350" b="0">
                <a:solidFill>
                  <a:srgbClr val="AAB6C8"/>
                </a:solidFill>
              </a:defRPr>
            </a:lvl8pPr>
            <a:lvl9pPr algn="l">
              <a:buNone/>
              <a:defRPr sz="135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Precision • Recall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6C8"/>
                </a:solidFill>
              </a:defRPr>
            </a:pPr>
            <a:r>
              <a:rPr sz="1350" b="0">
                <a:solidFill>
                  <a:srgbClr val="AAB6C8"/>
                </a:solidFill>
              </a:rPr>
              <a:t>F1 • ROC-AUC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6FF15-B5C8-4F4D-B0DD-324B66E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7F9FC"/>
                </a:solidFill>
              </a:defRPr>
            </a:defPPr>
            <a:lvl1pPr algn="l">
              <a:buNone/>
              <a:defRPr sz="1500" b="0">
                <a:solidFill>
                  <a:srgbClr val="F7F9FC"/>
                </a:solidFill>
              </a:defRPr>
            </a:lvl1pPr>
            <a:lvl2pPr algn="l">
              <a:buNone/>
              <a:defRPr sz="1500" b="0">
                <a:solidFill>
                  <a:srgbClr val="F7F9FC"/>
                </a:solidFill>
              </a:defRPr>
            </a:lvl2pPr>
            <a:lvl3pPr algn="l">
              <a:buNone/>
              <a:defRPr sz="1500" b="0">
                <a:solidFill>
                  <a:srgbClr val="F7F9FC"/>
                </a:solidFill>
              </a:defRPr>
            </a:lvl3pPr>
            <a:lvl4pPr algn="l">
              <a:buNone/>
              <a:defRPr sz="1500" b="0">
                <a:solidFill>
                  <a:srgbClr val="F7F9FC"/>
                </a:solidFill>
              </a:defRPr>
            </a:lvl4pPr>
            <a:lvl5pPr algn="l">
              <a:buNone/>
              <a:defRPr sz="1500" b="0">
                <a:solidFill>
                  <a:srgbClr val="F7F9FC"/>
                </a:solidFill>
              </a:defRPr>
            </a:lvl5pPr>
            <a:lvl6pPr algn="l">
              <a:buNone/>
              <a:defRPr sz="1500" b="0">
                <a:solidFill>
                  <a:srgbClr val="F7F9FC"/>
                </a:solidFill>
              </a:defRPr>
            </a:lvl6pPr>
            <a:lvl7pPr algn="l">
              <a:buNone/>
              <a:defRPr sz="1500" b="0">
                <a:solidFill>
                  <a:srgbClr val="F7F9FC"/>
                </a:solidFill>
              </a:defRPr>
            </a:lvl7pPr>
            <a:lvl8pPr algn="l">
              <a:buNone/>
              <a:defRPr sz="1500" b="0">
                <a:solidFill>
                  <a:srgbClr val="F7F9FC"/>
                </a:solidFill>
              </a:defRPr>
            </a:lvl8pPr>
            <a:lvl9pPr algn="l">
              <a:buNone/>
              <a:defRPr sz="15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9FC"/>
                </a:solidFill>
              </a:defRPr>
            </a:pPr>
            <a:r>
              <a:rPr sz="1500" b="0">
                <a:solidFill>
                  <a:srgbClr val="F7F9FC"/>
                </a:solidFill>
              </a:rPr>
              <a:t>The test set was not used to fit preprocessing or train the models.</a:t>
            </a:r>
          </a:p>
        </p:txBody>
      </p:sp>
    </p:spTree>
    <p:extLst>
      <p:ext uri="{BB962C8B-B14F-4D97-AF65-F5344CB8AC3E}">
        <p14:creationId xmlns:p14="http://schemas.microsoft.com/office/powerpoint/2010/main" val="1726515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FE4AA7-25D9-42EF-84B5-2B0E5848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9FC"/>
                </a:solidFill>
              </a:defRPr>
            </a:defPPr>
            <a:lvl1pPr algn="l">
              <a:buNone/>
              <a:defRPr sz="2550" b="1">
                <a:solidFill>
                  <a:srgbClr val="F7F9FC"/>
                </a:solidFill>
              </a:defRPr>
            </a:lvl1pPr>
            <a:lvl2pPr algn="l">
              <a:buNone/>
              <a:defRPr sz="2550" b="1">
                <a:solidFill>
                  <a:srgbClr val="F7F9FC"/>
                </a:solidFill>
              </a:defRPr>
            </a:lvl2pPr>
            <a:lvl3pPr algn="l">
              <a:buNone/>
              <a:defRPr sz="2550" b="1">
                <a:solidFill>
                  <a:srgbClr val="F7F9FC"/>
                </a:solidFill>
              </a:defRPr>
            </a:lvl3pPr>
            <a:lvl4pPr algn="l">
              <a:buNone/>
              <a:defRPr sz="2550" b="1">
                <a:solidFill>
                  <a:srgbClr val="F7F9FC"/>
                </a:solidFill>
              </a:defRPr>
            </a:lvl4pPr>
            <a:lvl5pPr algn="l">
              <a:buNone/>
              <a:defRPr sz="2550" b="1">
                <a:solidFill>
                  <a:srgbClr val="F7F9FC"/>
                </a:solidFill>
              </a:defRPr>
            </a:lvl5pPr>
            <a:lvl6pPr algn="l">
              <a:buNone/>
              <a:defRPr sz="2550" b="1">
                <a:solidFill>
                  <a:srgbClr val="F7F9FC"/>
                </a:solidFill>
              </a:defRPr>
            </a:lvl6pPr>
            <a:lvl7pPr algn="l">
              <a:buNone/>
              <a:defRPr sz="2550" b="1">
                <a:solidFill>
                  <a:srgbClr val="F7F9FC"/>
                </a:solidFill>
              </a:defRPr>
            </a:lvl7pPr>
            <a:lvl8pPr algn="l">
              <a:buNone/>
              <a:defRPr sz="2550" b="1">
                <a:solidFill>
                  <a:srgbClr val="F7F9FC"/>
                </a:solidFill>
              </a:defRPr>
            </a:lvl8pPr>
            <a:lvl9pPr algn="l">
              <a:buNone/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Results on the test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BDA0C-4D50-455D-A9CD-C902A41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ANN recorded the strongest overall scores in this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4317A-3991-4EB4-B14B-472B742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6B5F4-5995-419B-B436-50BE6F73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8"/>
                </a:solidFill>
              </a:defRPr>
            </a:defPPr>
            <a:lvl1pPr algn="l">
              <a:buNone/>
              <a:defRPr sz="900" b="1">
                <a:solidFill>
                  <a:srgbClr val="AAB6C8"/>
                </a:solidFill>
              </a:defRPr>
            </a:lvl1pPr>
            <a:lvl2pPr algn="l">
              <a:buNone/>
              <a:defRPr sz="900" b="1">
                <a:solidFill>
                  <a:srgbClr val="AAB6C8"/>
                </a:solidFill>
              </a:defRPr>
            </a:lvl2pPr>
            <a:lvl3pPr algn="l">
              <a:buNone/>
              <a:defRPr sz="900" b="1">
                <a:solidFill>
                  <a:srgbClr val="AAB6C8"/>
                </a:solidFill>
              </a:defRPr>
            </a:lvl3pPr>
            <a:lvl4pPr algn="l">
              <a:buNone/>
              <a:defRPr sz="900" b="1">
                <a:solidFill>
                  <a:srgbClr val="AAB6C8"/>
                </a:solidFill>
              </a:defRPr>
            </a:lvl4pPr>
            <a:lvl5pPr algn="l">
              <a:buNone/>
              <a:defRPr sz="900" b="1">
                <a:solidFill>
                  <a:srgbClr val="AAB6C8"/>
                </a:solidFill>
              </a:defRPr>
            </a:lvl5pPr>
            <a:lvl6pPr algn="l">
              <a:buNone/>
              <a:defRPr sz="900" b="1">
                <a:solidFill>
                  <a:srgbClr val="AAB6C8"/>
                </a:solidFill>
              </a:defRPr>
            </a:lvl6pPr>
            <a:lvl7pPr algn="l">
              <a:buNone/>
              <a:defRPr sz="900" b="1">
                <a:solidFill>
                  <a:srgbClr val="AAB6C8"/>
                </a:solidFill>
              </a:defRPr>
            </a:lvl7pPr>
            <a:lvl8pPr algn="l">
              <a:buNone/>
              <a:defRPr sz="900" b="1">
                <a:solidFill>
                  <a:srgbClr val="AAB6C8"/>
                </a:solidFill>
              </a:defRPr>
            </a:lvl8pPr>
            <a:lvl9pPr algn="l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LOAN STATUS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C5B83-CC7F-48F7-98D4-5D3A7DC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AB6C8"/>
                </a:solidFill>
              </a:defRPr>
            </a:defPPr>
            <a:lvl1pPr algn="r">
              <a:buNone/>
              <a:defRPr sz="900" b="1">
                <a:solidFill>
                  <a:srgbClr val="AAB6C8"/>
                </a:solidFill>
              </a:defRPr>
            </a:lvl1pPr>
            <a:lvl2pPr algn="r">
              <a:buNone/>
              <a:defRPr sz="900" b="1">
                <a:solidFill>
                  <a:srgbClr val="AAB6C8"/>
                </a:solidFill>
              </a:defRPr>
            </a:lvl2pPr>
            <a:lvl3pPr algn="r">
              <a:buNone/>
              <a:defRPr sz="900" b="1">
                <a:solidFill>
                  <a:srgbClr val="AAB6C8"/>
                </a:solidFill>
              </a:defRPr>
            </a:lvl3pPr>
            <a:lvl4pPr algn="r">
              <a:buNone/>
              <a:defRPr sz="900" b="1">
                <a:solidFill>
                  <a:srgbClr val="AAB6C8"/>
                </a:solidFill>
              </a:defRPr>
            </a:lvl4pPr>
            <a:lvl5pPr algn="r">
              <a:buNone/>
              <a:defRPr sz="900" b="1">
                <a:solidFill>
                  <a:srgbClr val="AAB6C8"/>
                </a:solidFill>
              </a:defRPr>
            </a:lvl5pPr>
            <a:lvl6pPr algn="r">
              <a:buNone/>
              <a:defRPr sz="900" b="1">
                <a:solidFill>
                  <a:srgbClr val="AAB6C8"/>
                </a:solidFill>
              </a:defRPr>
            </a:lvl6pPr>
            <a:lvl7pPr algn="r">
              <a:buNone/>
              <a:defRPr sz="900" b="1">
                <a:solidFill>
                  <a:srgbClr val="AAB6C8"/>
                </a:solidFill>
              </a:defRPr>
            </a:lvl7pPr>
            <a:lvl8pPr algn="r">
              <a:buNone/>
              <a:defRPr sz="900" b="1">
                <a:solidFill>
                  <a:srgbClr val="AAB6C8"/>
                </a:solidFill>
              </a:defRPr>
            </a:lvl8pPr>
            <a:lvl9pPr algn="r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09F4B-71B4-4A5A-8219-791AA8D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9AED6-29D9-4B62-949E-BD3B35F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7F9FC"/>
                </a:solidFill>
              </a:defRPr>
            </a:defPPr>
            <a:lvl1pPr algn="l">
              <a:buNone/>
              <a:defRPr sz="1125" b="1">
                <a:solidFill>
                  <a:srgbClr val="F7F9FC"/>
                </a:solidFill>
              </a:defRPr>
            </a:lvl1pPr>
            <a:lvl2pPr algn="l">
              <a:buNone/>
              <a:defRPr sz="1125" b="1">
                <a:solidFill>
                  <a:srgbClr val="F7F9FC"/>
                </a:solidFill>
              </a:defRPr>
            </a:lvl2pPr>
            <a:lvl3pPr algn="l">
              <a:buNone/>
              <a:defRPr sz="1125" b="1">
                <a:solidFill>
                  <a:srgbClr val="F7F9FC"/>
                </a:solidFill>
              </a:defRPr>
            </a:lvl3pPr>
            <a:lvl4pPr algn="l">
              <a:buNone/>
              <a:defRPr sz="1125" b="1">
                <a:solidFill>
                  <a:srgbClr val="F7F9FC"/>
                </a:solidFill>
              </a:defRPr>
            </a:lvl4pPr>
            <a:lvl5pPr algn="l">
              <a:buNone/>
              <a:defRPr sz="1125" b="1">
                <a:solidFill>
                  <a:srgbClr val="F7F9FC"/>
                </a:solidFill>
              </a:defRPr>
            </a:lvl5pPr>
            <a:lvl6pPr algn="l">
              <a:buNone/>
              <a:defRPr sz="1125" b="1">
                <a:solidFill>
                  <a:srgbClr val="F7F9FC"/>
                </a:solidFill>
              </a:defRPr>
            </a:lvl6pPr>
            <a:lvl7pPr algn="l">
              <a:buNone/>
              <a:defRPr sz="1125" b="1">
                <a:solidFill>
                  <a:srgbClr val="F7F9FC"/>
                </a:solidFill>
              </a:defRPr>
            </a:lvl7pPr>
            <a:lvl8pPr algn="l">
              <a:buNone/>
              <a:defRPr sz="1125" b="1">
                <a:solidFill>
                  <a:srgbClr val="F7F9FC"/>
                </a:solidFill>
              </a:defRPr>
            </a:lvl8pPr>
            <a:lvl9pPr algn="l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5FA93-91FD-4D90-9230-D19D3BD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DA03D-3B5A-401B-A601-36219FBE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15184-1394-4EF5-801A-F29A1F5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2877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C7E56-04BA-47D7-B6F6-3AEA2286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668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6920E-3AA8-404D-AC65-FEADF17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2877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02F6E-34C6-49A1-8BB2-9594A2BB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46E92-4CF2-4564-A440-60D1747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28775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90578-AD46-47DD-877E-99E8D325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EEA21-7E35-4ECE-A71E-1E4DDE57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28775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7C2ED-960D-4267-9871-2253EE7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66875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ROC-AUC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E1513-44B8-418E-BA59-9829AE66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DA2ED-E7EC-4231-8C92-C3DC5EF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7F9FC"/>
                </a:solidFill>
              </a:defRPr>
            </a:defPPr>
            <a:lvl1pPr algn="l">
              <a:buNone/>
              <a:defRPr sz="1200" b="1">
                <a:solidFill>
                  <a:srgbClr val="F7F9FC"/>
                </a:solidFill>
              </a:defRPr>
            </a:lvl1pPr>
            <a:lvl2pPr algn="l">
              <a:buNone/>
              <a:defRPr sz="1200" b="1">
                <a:solidFill>
                  <a:srgbClr val="F7F9FC"/>
                </a:solidFill>
              </a:defRPr>
            </a:lvl2pPr>
            <a:lvl3pPr algn="l">
              <a:buNone/>
              <a:defRPr sz="1200" b="1">
                <a:solidFill>
                  <a:srgbClr val="F7F9FC"/>
                </a:solidFill>
              </a:defRPr>
            </a:lvl3pPr>
            <a:lvl4pPr algn="l">
              <a:buNone/>
              <a:defRPr sz="1200" b="1">
                <a:solidFill>
                  <a:srgbClr val="F7F9FC"/>
                </a:solidFill>
              </a:defRPr>
            </a:lvl4pPr>
            <a:lvl5pPr algn="l">
              <a:buNone/>
              <a:defRPr sz="1200" b="1">
                <a:solidFill>
                  <a:srgbClr val="F7F9FC"/>
                </a:solidFill>
              </a:defRPr>
            </a:lvl5pPr>
            <a:lvl6pPr algn="l">
              <a:buNone/>
              <a:defRPr sz="1200" b="1">
                <a:solidFill>
                  <a:srgbClr val="F7F9FC"/>
                </a:solidFill>
              </a:defRPr>
            </a:lvl6pPr>
            <a:lvl7pPr algn="l">
              <a:buNone/>
              <a:defRPr sz="1200" b="1">
                <a:solidFill>
                  <a:srgbClr val="F7F9FC"/>
                </a:solidFill>
              </a:defRPr>
            </a:lvl7pPr>
            <a:lvl8pPr algn="l">
              <a:buNone/>
              <a:defRPr sz="1200" b="1">
                <a:solidFill>
                  <a:srgbClr val="F7F9FC"/>
                </a:solidFill>
              </a:defRPr>
            </a:lvl8pPr>
            <a:lvl9pPr algn="l">
              <a:buNone/>
              <a:defRPr sz="12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Logistic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804BC-66FC-42E2-AF04-6F7128AD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5742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40CF5-86F5-42EF-819B-B3B8A9BF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9552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0.788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AFCE1-C287-4892-9C1D-BE5F03F1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5742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09DBD-05E3-4F43-9FC9-5E00227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9552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0.792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E176C-478A-4FFE-A5CA-12750D2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4E13F-1E17-479B-B223-6781489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0.782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77151-7E0C-4DBF-A555-6163EFFC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57425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0EEB5-C3CC-423F-AC96-5F5A46D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25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0.787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DE4B2E-7518-481D-8951-1C452A0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57425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E6B8F-B749-42A9-9D69-5A9E79F3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95525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0.876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BB672-8482-4503-876D-1E9FB1AA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7F4DC-7B65-43F9-BDD4-F61A6F1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7F9FC"/>
                </a:solidFill>
              </a:defRPr>
            </a:defPPr>
            <a:lvl1pPr algn="l">
              <a:buNone/>
              <a:defRPr sz="1200" b="1">
                <a:solidFill>
                  <a:srgbClr val="F7F9FC"/>
                </a:solidFill>
              </a:defRPr>
            </a:lvl1pPr>
            <a:lvl2pPr algn="l">
              <a:buNone/>
              <a:defRPr sz="1200" b="1">
                <a:solidFill>
                  <a:srgbClr val="F7F9FC"/>
                </a:solidFill>
              </a:defRPr>
            </a:lvl2pPr>
            <a:lvl3pPr algn="l">
              <a:buNone/>
              <a:defRPr sz="1200" b="1">
                <a:solidFill>
                  <a:srgbClr val="F7F9FC"/>
                </a:solidFill>
              </a:defRPr>
            </a:lvl3pPr>
            <a:lvl4pPr algn="l">
              <a:buNone/>
              <a:defRPr sz="1200" b="1">
                <a:solidFill>
                  <a:srgbClr val="F7F9FC"/>
                </a:solidFill>
              </a:defRPr>
            </a:lvl4pPr>
            <a:lvl5pPr algn="l">
              <a:buNone/>
              <a:defRPr sz="1200" b="1">
                <a:solidFill>
                  <a:srgbClr val="F7F9FC"/>
                </a:solidFill>
              </a:defRPr>
            </a:lvl5pPr>
            <a:lvl6pPr algn="l">
              <a:buNone/>
              <a:defRPr sz="1200" b="1">
                <a:solidFill>
                  <a:srgbClr val="F7F9FC"/>
                </a:solidFill>
              </a:defRPr>
            </a:lvl6pPr>
            <a:lvl7pPr algn="l">
              <a:buNone/>
              <a:defRPr sz="1200" b="1">
                <a:solidFill>
                  <a:srgbClr val="F7F9FC"/>
                </a:solidFill>
              </a:defRPr>
            </a:lvl7pPr>
            <a:lvl8pPr algn="l">
              <a:buNone/>
              <a:defRPr sz="1200" b="1">
                <a:solidFill>
                  <a:srgbClr val="F7F9FC"/>
                </a:solidFill>
              </a:defRPr>
            </a:lvl8pPr>
            <a:lvl9pPr algn="l">
              <a:buNone/>
              <a:defRPr sz="12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Random Forest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5FD24-F632-4261-880D-C4D1A66A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E4BFC-C5EB-4A5E-B39E-E181A93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2417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0.832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E6531-5670-4214-8303-F6D52E2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9CE111-42E7-4B6D-BAAD-6B114758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241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0.833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86394-5D13-482D-A07F-47095042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607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4C278-B621-44B2-8E72-3F4E2B1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2417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0.831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AF02B-5327-4D25-81FF-BECC5104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032EA-FD55-4F70-A1FE-9327C35E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24175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0.832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5A0EB2-80CD-4F2A-9C5B-99F026E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86075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4E3B4A-7AF0-49F0-9FF7-7738A7B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24175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7F9FC"/>
                </a:solidFill>
              </a:defRPr>
            </a:defPPr>
            <a:lvl1pPr algn="ctr">
              <a:buNone/>
              <a:defRPr sz="1350" b="0">
                <a:solidFill>
                  <a:srgbClr val="F7F9FC"/>
                </a:solidFill>
              </a:defRPr>
            </a:lvl1pPr>
            <a:lvl2pPr algn="ctr">
              <a:buNone/>
              <a:defRPr sz="1350" b="0">
                <a:solidFill>
                  <a:srgbClr val="F7F9FC"/>
                </a:solidFill>
              </a:defRPr>
            </a:lvl2pPr>
            <a:lvl3pPr algn="ctr">
              <a:buNone/>
              <a:defRPr sz="1350" b="0">
                <a:solidFill>
                  <a:srgbClr val="F7F9FC"/>
                </a:solidFill>
              </a:defRPr>
            </a:lvl3pPr>
            <a:lvl4pPr algn="ctr">
              <a:buNone/>
              <a:defRPr sz="1350" b="0">
                <a:solidFill>
                  <a:srgbClr val="F7F9FC"/>
                </a:solidFill>
              </a:defRPr>
            </a:lvl4pPr>
            <a:lvl5pPr algn="ctr">
              <a:buNone/>
              <a:defRPr sz="1350" b="0">
                <a:solidFill>
                  <a:srgbClr val="F7F9FC"/>
                </a:solidFill>
              </a:defRPr>
            </a:lvl5pPr>
            <a:lvl6pPr algn="ctr">
              <a:buNone/>
              <a:defRPr sz="1350" b="0">
                <a:solidFill>
                  <a:srgbClr val="F7F9FC"/>
                </a:solidFill>
              </a:defRPr>
            </a:lvl6pPr>
            <a:lvl7pPr algn="ctr">
              <a:buNone/>
              <a:defRPr sz="1350" b="0">
                <a:solidFill>
                  <a:srgbClr val="F7F9FC"/>
                </a:solidFill>
              </a:defRPr>
            </a:lvl7pPr>
            <a:lvl8pPr algn="ctr">
              <a:buNone/>
              <a:defRPr sz="1350" b="0">
                <a:solidFill>
                  <a:srgbClr val="F7F9FC"/>
                </a:solidFill>
              </a:defRPr>
            </a:lvl8pPr>
            <a:lvl9pPr algn="ctr">
              <a:buNone/>
              <a:defRPr sz="135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F7F9FC"/>
                </a:solidFill>
              </a:defRPr>
            </a:pPr>
            <a:r>
              <a:rPr sz="1350" b="0">
                <a:solidFill>
                  <a:srgbClr val="F7F9FC"/>
                </a:solidFill>
              </a:rPr>
              <a:t>0.915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4CE51-6149-46C8-8E10-EC2F39E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356FD3-51E4-48FE-8D44-C0EC35B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7F9FC"/>
                </a:solidFill>
              </a:defRPr>
            </a:defPPr>
            <a:lvl1pPr algn="l">
              <a:buNone/>
              <a:defRPr sz="1200" b="1">
                <a:solidFill>
                  <a:srgbClr val="F7F9FC"/>
                </a:solidFill>
              </a:defRPr>
            </a:lvl1pPr>
            <a:lvl2pPr algn="l">
              <a:buNone/>
              <a:defRPr sz="1200" b="1">
                <a:solidFill>
                  <a:srgbClr val="F7F9FC"/>
                </a:solidFill>
              </a:defRPr>
            </a:lvl2pPr>
            <a:lvl3pPr algn="l">
              <a:buNone/>
              <a:defRPr sz="1200" b="1">
                <a:solidFill>
                  <a:srgbClr val="F7F9FC"/>
                </a:solidFill>
              </a:defRPr>
            </a:lvl3pPr>
            <a:lvl4pPr algn="l">
              <a:buNone/>
              <a:defRPr sz="1200" b="1">
                <a:solidFill>
                  <a:srgbClr val="F7F9FC"/>
                </a:solidFill>
              </a:defRPr>
            </a:lvl4pPr>
            <a:lvl5pPr algn="l">
              <a:buNone/>
              <a:defRPr sz="1200" b="1">
                <a:solidFill>
                  <a:srgbClr val="F7F9FC"/>
                </a:solidFill>
              </a:defRPr>
            </a:lvl5pPr>
            <a:lvl6pPr algn="l">
              <a:buNone/>
              <a:defRPr sz="1200" b="1">
                <a:solidFill>
                  <a:srgbClr val="F7F9FC"/>
                </a:solidFill>
              </a:defRPr>
            </a:lvl6pPr>
            <a:lvl7pPr algn="l">
              <a:buNone/>
              <a:defRPr sz="1200" b="1">
                <a:solidFill>
                  <a:srgbClr val="F7F9FC"/>
                </a:solidFill>
              </a:defRPr>
            </a:lvl7pPr>
            <a:lvl8pPr algn="l">
              <a:buNone/>
              <a:defRPr sz="1200" b="1">
                <a:solidFill>
                  <a:srgbClr val="F7F9FC"/>
                </a:solidFill>
              </a:defRPr>
            </a:lvl8pPr>
            <a:lvl9pPr algn="l">
              <a:buNone/>
              <a:defRPr sz="12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ANN (MLP)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8CF647-F798-41EF-AFC5-2C2D0826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AA294-0F13-40B8-8400-6BCF0DF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5282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7F9FC"/>
                </a:solidFill>
              </a:defRPr>
            </a:defPPr>
            <a:lvl1pPr algn="ctr">
              <a:buNone/>
              <a:defRPr sz="1350" b="1">
                <a:solidFill>
                  <a:srgbClr val="F7F9FC"/>
                </a:solidFill>
              </a:defRPr>
            </a:lvl1pPr>
            <a:lvl2pPr algn="ctr">
              <a:buNone/>
              <a:defRPr sz="1350" b="1">
                <a:solidFill>
                  <a:srgbClr val="F7F9FC"/>
                </a:solidFill>
              </a:defRPr>
            </a:lvl2pPr>
            <a:lvl3pPr algn="ctr">
              <a:buNone/>
              <a:defRPr sz="1350" b="1">
                <a:solidFill>
                  <a:srgbClr val="F7F9FC"/>
                </a:solidFill>
              </a:defRPr>
            </a:lvl3pPr>
            <a:lvl4pPr algn="ctr">
              <a:buNone/>
              <a:defRPr sz="1350" b="1">
                <a:solidFill>
                  <a:srgbClr val="F7F9FC"/>
                </a:solidFill>
              </a:defRPr>
            </a:lvl4pPr>
            <a:lvl5pPr algn="ctr">
              <a:buNone/>
              <a:defRPr sz="1350" b="1">
                <a:solidFill>
                  <a:srgbClr val="F7F9FC"/>
                </a:solidFill>
              </a:defRPr>
            </a:lvl5pPr>
            <a:lvl6pPr algn="ctr">
              <a:buNone/>
              <a:defRPr sz="1350" b="1">
                <a:solidFill>
                  <a:srgbClr val="F7F9FC"/>
                </a:solidFill>
              </a:defRPr>
            </a:lvl6pPr>
            <a:lvl7pPr algn="ctr">
              <a:buNone/>
              <a:defRPr sz="1350" b="1">
                <a:solidFill>
                  <a:srgbClr val="F7F9FC"/>
                </a:solidFill>
              </a:defRPr>
            </a:lvl7pPr>
            <a:lvl8pPr algn="ctr">
              <a:buNone/>
              <a:defRPr sz="1350" b="1">
                <a:solidFill>
                  <a:srgbClr val="F7F9FC"/>
                </a:solidFill>
              </a:defRPr>
            </a:lvl8pPr>
            <a:lvl9pPr algn="ctr">
              <a:buNone/>
              <a:defRPr sz="13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0.833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24C57B-A11F-4718-9634-D8DB627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1472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D3C229-5205-45B9-BB70-4B461F5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7F9FC"/>
                </a:solidFill>
              </a:defRPr>
            </a:defPPr>
            <a:lvl1pPr algn="ctr">
              <a:buNone/>
              <a:defRPr sz="1350" b="1">
                <a:solidFill>
                  <a:srgbClr val="F7F9FC"/>
                </a:solidFill>
              </a:defRPr>
            </a:lvl1pPr>
            <a:lvl2pPr algn="ctr">
              <a:buNone/>
              <a:defRPr sz="1350" b="1">
                <a:solidFill>
                  <a:srgbClr val="F7F9FC"/>
                </a:solidFill>
              </a:defRPr>
            </a:lvl2pPr>
            <a:lvl3pPr algn="ctr">
              <a:buNone/>
              <a:defRPr sz="1350" b="1">
                <a:solidFill>
                  <a:srgbClr val="F7F9FC"/>
                </a:solidFill>
              </a:defRPr>
            </a:lvl3pPr>
            <a:lvl4pPr algn="ctr">
              <a:buNone/>
              <a:defRPr sz="1350" b="1">
                <a:solidFill>
                  <a:srgbClr val="F7F9FC"/>
                </a:solidFill>
              </a:defRPr>
            </a:lvl4pPr>
            <a:lvl5pPr algn="ctr">
              <a:buNone/>
              <a:defRPr sz="1350" b="1">
                <a:solidFill>
                  <a:srgbClr val="F7F9FC"/>
                </a:solidFill>
              </a:defRPr>
            </a:lvl5pPr>
            <a:lvl6pPr algn="ctr">
              <a:buNone/>
              <a:defRPr sz="1350" b="1">
                <a:solidFill>
                  <a:srgbClr val="F7F9FC"/>
                </a:solidFill>
              </a:defRPr>
            </a:lvl6pPr>
            <a:lvl7pPr algn="ctr">
              <a:buNone/>
              <a:defRPr sz="1350" b="1">
                <a:solidFill>
                  <a:srgbClr val="F7F9FC"/>
                </a:solidFill>
              </a:defRPr>
            </a:lvl7pPr>
            <a:lvl8pPr algn="ctr">
              <a:buNone/>
              <a:defRPr sz="1350" b="1">
                <a:solidFill>
                  <a:srgbClr val="F7F9FC"/>
                </a:solidFill>
              </a:defRPr>
            </a:lvl8pPr>
            <a:lvl9pPr algn="ctr">
              <a:buNone/>
              <a:defRPr sz="13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0.816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9EA64C-2532-4F3E-8332-CE4F6263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1472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0D200D-949F-47EC-9A21-BFE2681A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7F9FC"/>
                </a:solidFill>
              </a:defRPr>
            </a:defPPr>
            <a:lvl1pPr algn="ctr">
              <a:buNone/>
              <a:defRPr sz="1350" b="1">
                <a:solidFill>
                  <a:srgbClr val="F7F9FC"/>
                </a:solidFill>
              </a:defRPr>
            </a:lvl1pPr>
            <a:lvl2pPr algn="ctr">
              <a:buNone/>
              <a:defRPr sz="1350" b="1">
                <a:solidFill>
                  <a:srgbClr val="F7F9FC"/>
                </a:solidFill>
              </a:defRPr>
            </a:lvl2pPr>
            <a:lvl3pPr algn="ctr">
              <a:buNone/>
              <a:defRPr sz="1350" b="1">
                <a:solidFill>
                  <a:srgbClr val="F7F9FC"/>
                </a:solidFill>
              </a:defRPr>
            </a:lvl3pPr>
            <a:lvl4pPr algn="ctr">
              <a:buNone/>
              <a:defRPr sz="1350" b="1">
                <a:solidFill>
                  <a:srgbClr val="F7F9FC"/>
                </a:solidFill>
              </a:defRPr>
            </a:lvl4pPr>
            <a:lvl5pPr algn="ctr">
              <a:buNone/>
              <a:defRPr sz="1350" b="1">
                <a:solidFill>
                  <a:srgbClr val="F7F9FC"/>
                </a:solidFill>
              </a:defRPr>
            </a:lvl5pPr>
            <a:lvl6pPr algn="ctr">
              <a:buNone/>
              <a:defRPr sz="1350" b="1">
                <a:solidFill>
                  <a:srgbClr val="F7F9FC"/>
                </a:solidFill>
              </a:defRPr>
            </a:lvl6pPr>
            <a:lvl7pPr algn="ctr">
              <a:buNone/>
              <a:defRPr sz="1350" b="1">
                <a:solidFill>
                  <a:srgbClr val="F7F9FC"/>
                </a:solidFill>
              </a:defRPr>
            </a:lvl7pPr>
            <a:lvl8pPr algn="ctr">
              <a:buNone/>
              <a:defRPr sz="1350" b="1">
                <a:solidFill>
                  <a:srgbClr val="F7F9FC"/>
                </a:solidFill>
              </a:defRPr>
            </a:lvl8pPr>
            <a:lvl9pPr algn="ctr">
              <a:buNone/>
              <a:defRPr sz="13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0.858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1E63FA-8EC4-4F13-9456-A6031624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14725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99FDB-962A-4DFF-B98C-DB6A947B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52825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</a:defRPr>
            </a:defPPr>
            <a:lvl1pPr algn="ctr">
              <a:buNone/>
              <a:defRPr sz="1350" b="1">
                <a:solidFill>
                  <a:srgbClr val="0B1220"/>
                </a:solidFill>
              </a:defRPr>
            </a:lvl1pPr>
            <a:lvl2pPr algn="ctr">
              <a:buNone/>
              <a:defRPr sz="1350" b="1">
                <a:solidFill>
                  <a:srgbClr val="0B1220"/>
                </a:solidFill>
              </a:defRPr>
            </a:lvl2pPr>
            <a:lvl3pPr algn="ctr">
              <a:buNone/>
              <a:defRPr sz="1350" b="1">
                <a:solidFill>
                  <a:srgbClr val="0B1220"/>
                </a:solidFill>
              </a:defRPr>
            </a:lvl3pPr>
            <a:lvl4pPr algn="ctr">
              <a:buNone/>
              <a:defRPr sz="1350" b="1">
                <a:solidFill>
                  <a:srgbClr val="0B1220"/>
                </a:solidFill>
              </a:defRPr>
            </a:lvl4pPr>
            <a:lvl5pPr algn="ctr">
              <a:buNone/>
              <a:defRPr sz="1350" b="1">
                <a:solidFill>
                  <a:srgbClr val="0B1220"/>
                </a:solidFill>
              </a:defRPr>
            </a:lvl5pPr>
            <a:lvl6pPr algn="ctr">
              <a:buNone/>
              <a:defRPr sz="1350" b="1">
                <a:solidFill>
                  <a:srgbClr val="0B1220"/>
                </a:solidFill>
              </a:defRPr>
            </a:lvl6pPr>
            <a:lvl7pPr algn="ctr">
              <a:buNone/>
              <a:defRPr sz="1350" b="1">
                <a:solidFill>
                  <a:srgbClr val="0B1220"/>
                </a:solidFill>
              </a:defRPr>
            </a:lvl7pPr>
            <a:lvl8pPr algn="ctr">
              <a:buNone/>
              <a:defRPr sz="1350" b="1">
                <a:solidFill>
                  <a:srgbClr val="0B1220"/>
                </a:solidFill>
              </a:defRPr>
            </a:lvl8pPr>
            <a:lvl9pPr algn="ctr">
              <a:buNone/>
              <a:defRPr sz="1350" b="1">
                <a:solidFill>
                  <a:srgbClr val="0B1220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0.837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E5A9D4-6940-4566-8882-4B3C4A1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14725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35EFE8-6CDD-4AF6-A0BB-73A3D99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52825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7F9FC"/>
                </a:solidFill>
              </a:defRPr>
            </a:defPPr>
            <a:lvl1pPr algn="ctr">
              <a:buNone/>
              <a:defRPr sz="1350" b="1">
                <a:solidFill>
                  <a:srgbClr val="F7F9FC"/>
                </a:solidFill>
              </a:defRPr>
            </a:lvl1pPr>
            <a:lvl2pPr algn="ctr">
              <a:buNone/>
              <a:defRPr sz="1350" b="1">
                <a:solidFill>
                  <a:srgbClr val="F7F9FC"/>
                </a:solidFill>
              </a:defRPr>
            </a:lvl2pPr>
            <a:lvl3pPr algn="ctr">
              <a:buNone/>
              <a:defRPr sz="1350" b="1">
                <a:solidFill>
                  <a:srgbClr val="F7F9FC"/>
                </a:solidFill>
              </a:defRPr>
            </a:lvl3pPr>
            <a:lvl4pPr algn="ctr">
              <a:buNone/>
              <a:defRPr sz="1350" b="1">
                <a:solidFill>
                  <a:srgbClr val="F7F9FC"/>
                </a:solidFill>
              </a:defRPr>
            </a:lvl4pPr>
            <a:lvl5pPr algn="ctr">
              <a:buNone/>
              <a:defRPr sz="1350" b="1">
                <a:solidFill>
                  <a:srgbClr val="F7F9FC"/>
                </a:solidFill>
              </a:defRPr>
            </a:lvl5pPr>
            <a:lvl6pPr algn="ctr">
              <a:buNone/>
              <a:defRPr sz="1350" b="1">
                <a:solidFill>
                  <a:srgbClr val="F7F9FC"/>
                </a:solidFill>
              </a:defRPr>
            </a:lvl6pPr>
            <a:lvl7pPr algn="ctr">
              <a:buNone/>
              <a:defRPr sz="1350" b="1">
                <a:solidFill>
                  <a:srgbClr val="F7F9FC"/>
                </a:solidFill>
              </a:defRPr>
            </a:lvl7pPr>
            <a:lvl8pPr algn="ctr">
              <a:buNone/>
              <a:defRPr sz="1350" b="1">
                <a:solidFill>
                  <a:srgbClr val="F7F9FC"/>
                </a:solidFill>
              </a:defRPr>
            </a:lvl8pPr>
            <a:lvl9pPr algn="ctr">
              <a:buNone/>
              <a:defRPr sz="13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0.918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1537AE-A300-4EA0-BA4D-757DFFC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AB6C8"/>
                </a:solidFill>
              </a:defRPr>
            </a:defPPr>
            <a:lvl1pPr algn="l">
              <a:buNone/>
              <a:defRPr sz="1275" b="1">
                <a:solidFill>
                  <a:srgbClr val="AAB6C8"/>
                </a:solidFill>
              </a:defRPr>
            </a:lvl1pPr>
            <a:lvl2pPr algn="l">
              <a:buNone/>
              <a:defRPr sz="1275" b="1">
                <a:solidFill>
                  <a:srgbClr val="AAB6C8"/>
                </a:solidFill>
              </a:defRPr>
            </a:lvl2pPr>
            <a:lvl3pPr algn="l">
              <a:buNone/>
              <a:defRPr sz="1275" b="1">
                <a:solidFill>
                  <a:srgbClr val="AAB6C8"/>
                </a:solidFill>
              </a:defRPr>
            </a:lvl3pPr>
            <a:lvl4pPr algn="l">
              <a:buNone/>
              <a:defRPr sz="1275" b="1">
                <a:solidFill>
                  <a:srgbClr val="AAB6C8"/>
                </a:solidFill>
              </a:defRPr>
            </a:lvl4pPr>
            <a:lvl5pPr algn="l">
              <a:buNone/>
              <a:defRPr sz="1275" b="1">
                <a:solidFill>
                  <a:srgbClr val="AAB6C8"/>
                </a:solidFill>
              </a:defRPr>
            </a:lvl5pPr>
            <a:lvl6pPr algn="l">
              <a:buNone/>
              <a:defRPr sz="1275" b="1">
                <a:solidFill>
                  <a:srgbClr val="AAB6C8"/>
                </a:solidFill>
              </a:defRPr>
            </a:lvl6pPr>
            <a:lvl7pPr algn="l">
              <a:buNone/>
              <a:defRPr sz="1275" b="1">
                <a:solidFill>
                  <a:srgbClr val="AAB6C8"/>
                </a:solidFill>
              </a:defRPr>
            </a:lvl7pPr>
            <a:lvl8pPr algn="l">
              <a:buNone/>
              <a:defRPr sz="1275" b="1">
                <a:solidFill>
                  <a:srgbClr val="AAB6C8"/>
                </a:solidFill>
              </a:defRPr>
            </a:lvl8pPr>
            <a:lvl9pPr algn="l">
              <a:buNone/>
              <a:defRPr sz="12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AB6C8"/>
                </a:solidFill>
              </a:defRPr>
            </a:pPr>
            <a:r>
              <a:rPr sz="1275" b="1">
                <a:solidFill>
                  <a:srgbClr val="AAB6C8"/>
                </a:solidFill>
              </a:rPr>
              <a:t>F1 score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6FCAE7-CF44-4BA0-BD8F-856A1CD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7F9FC"/>
                </a:solidFill>
              </a:defRPr>
            </a:defPPr>
            <a:lvl1pPr algn="l">
              <a:buNone/>
              <a:defRPr sz="1125" b="0">
                <a:solidFill>
                  <a:srgbClr val="F7F9FC"/>
                </a:solidFill>
              </a:defRPr>
            </a:lvl1pPr>
            <a:lvl2pPr algn="l">
              <a:buNone/>
              <a:defRPr sz="1125" b="0">
                <a:solidFill>
                  <a:srgbClr val="F7F9FC"/>
                </a:solidFill>
              </a:defRPr>
            </a:lvl2pPr>
            <a:lvl3pPr algn="l">
              <a:buNone/>
              <a:defRPr sz="1125" b="0">
                <a:solidFill>
                  <a:srgbClr val="F7F9FC"/>
                </a:solidFill>
              </a:defRPr>
            </a:lvl3pPr>
            <a:lvl4pPr algn="l">
              <a:buNone/>
              <a:defRPr sz="1125" b="0">
                <a:solidFill>
                  <a:srgbClr val="F7F9FC"/>
                </a:solidFill>
              </a:defRPr>
            </a:lvl4pPr>
            <a:lvl5pPr algn="l">
              <a:buNone/>
              <a:defRPr sz="1125" b="0">
                <a:solidFill>
                  <a:srgbClr val="F7F9FC"/>
                </a:solidFill>
              </a:defRPr>
            </a:lvl5pPr>
            <a:lvl6pPr algn="l">
              <a:buNone/>
              <a:defRPr sz="1125" b="0">
                <a:solidFill>
                  <a:srgbClr val="F7F9FC"/>
                </a:solidFill>
              </a:defRPr>
            </a:lvl6pPr>
            <a:lvl7pPr algn="l">
              <a:buNone/>
              <a:defRPr sz="1125" b="0">
                <a:solidFill>
                  <a:srgbClr val="F7F9FC"/>
                </a:solidFill>
              </a:defRPr>
            </a:lvl7pPr>
            <a:lvl8pPr algn="l">
              <a:buNone/>
              <a:defRPr sz="1125" b="0">
                <a:solidFill>
                  <a:srgbClr val="F7F9FC"/>
                </a:solidFill>
              </a:defRPr>
            </a:lvl8pPr>
            <a:lvl9pPr algn="l">
              <a:buNone/>
              <a:defRPr sz="112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</a:defRPr>
            </a:pPr>
            <a:r>
              <a:rPr sz="1125" b="0">
                <a:solidFill>
                  <a:srgbClr val="F7F9FC"/>
                </a:solidFill>
              </a:rPr>
              <a:t>Logistic Regression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99FBE4-F862-4ACE-A2E0-8F5AAA2F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F7C5DC-CB06-4DC3-816B-20AB025E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449746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9A87B0-E064-4350-9933-A707CB11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C9EFF"/>
                </a:solidFill>
              </a:defRPr>
            </a:defPPr>
            <a:lvl1pPr algn="l">
              <a:buNone/>
              <a:defRPr sz="1350" b="1">
                <a:solidFill>
                  <a:srgbClr val="6C9EFF"/>
                </a:solidFill>
              </a:defRPr>
            </a:lvl1pPr>
            <a:lvl2pPr algn="l">
              <a:buNone/>
              <a:defRPr sz="1350" b="1">
                <a:solidFill>
                  <a:srgbClr val="6C9EFF"/>
                </a:solidFill>
              </a:defRPr>
            </a:lvl2pPr>
            <a:lvl3pPr algn="l">
              <a:buNone/>
              <a:defRPr sz="1350" b="1">
                <a:solidFill>
                  <a:srgbClr val="6C9EFF"/>
                </a:solidFill>
              </a:defRPr>
            </a:lvl3pPr>
            <a:lvl4pPr algn="l">
              <a:buNone/>
              <a:defRPr sz="1350" b="1">
                <a:solidFill>
                  <a:srgbClr val="6C9EFF"/>
                </a:solidFill>
              </a:defRPr>
            </a:lvl4pPr>
            <a:lvl5pPr algn="l">
              <a:buNone/>
              <a:defRPr sz="1350" b="1">
                <a:solidFill>
                  <a:srgbClr val="6C9EFF"/>
                </a:solidFill>
              </a:defRPr>
            </a:lvl5pPr>
            <a:lvl6pPr algn="l">
              <a:buNone/>
              <a:defRPr sz="1350" b="1">
                <a:solidFill>
                  <a:srgbClr val="6C9EFF"/>
                </a:solidFill>
              </a:defRPr>
            </a:lvl6pPr>
            <a:lvl7pPr algn="l">
              <a:buNone/>
              <a:defRPr sz="1350" b="1">
                <a:solidFill>
                  <a:srgbClr val="6C9EFF"/>
                </a:solidFill>
              </a:defRPr>
            </a:lvl7pPr>
            <a:lvl8pPr algn="l">
              <a:buNone/>
              <a:defRPr sz="1350" b="1">
                <a:solidFill>
                  <a:srgbClr val="6C9EFF"/>
                </a:solidFill>
              </a:defRPr>
            </a:lvl8pPr>
            <a:lvl9pPr algn="l">
              <a:buNone/>
              <a:defRPr sz="1350" b="1">
                <a:solidFill>
                  <a:srgbClr val="6C9E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6C9EFF"/>
                </a:solidFill>
              </a:defRPr>
            </a:pPr>
            <a:r>
              <a:rPr sz="1350" b="1">
                <a:solidFill>
                  <a:srgbClr val="6C9EFF"/>
                </a:solidFill>
              </a:rPr>
              <a:t>0.787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4D8E8F-9DA0-4648-BFAC-4DD0BD6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7F9FC"/>
                </a:solidFill>
              </a:defRPr>
            </a:defPPr>
            <a:lvl1pPr algn="l">
              <a:buNone/>
              <a:defRPr sz="1125" b="0">
                <a:solidFill>
                  <a:srgbClr val="F7F9FC"/>
                </a:solidFill>
              </a:defRPr>
            </a:lvl1pPr>
            <a:lvl2pPr algn="l">
              <a:buNone/>
              <a:defRPr sz="1125" b="0">
                <a:solidFill>
                  <a:srgbClr val="F7F9FC"/>
                </a:solidFill>
              </a:defRPr>
            </a:lvl2pPr>
            <a:lvl3pPr algn="l">
              <a:buNone/>
              <a:defRPr sz="1125" b="0">
                <a:solidFill>
                  <a:srgbClr val="F7F9FC"/>
                </a:solidFill>
              </a:defRPr>
            </a:lvl3pPr>
            <a:lvl4pPr algn="l">
              <a:buNone/>
              <a:defRPr sz="1125" b="0">
                <a:solidFill>
                  <a:srgbClr val="F7F9FC"/>
                </a:solidFill>
              </a:defRPr>
            </a:lvl4pPr>
            <a:lvl5pPr algn="l">
              <a:buNone/>
              <a:defRPr sz="1125" b="0">
                <a:solidFill>
                  <a:srgbClr val="F7F9FC"/>
                </a:solidFill>
              </a:defRPr>
            </a:lvl5pPr>
            <a:lvl6pPr algn="l">
              <a:buNone/>
              <a:defRPr sz="1125" b="0">
                <a:solidFill>
                  <a:srgbClr val="F7F9FC"/>
                </a:solidFill>
              </a:defRPr>
            </a:lvl6pPr>
            <a:lvl7pPr algn="l">
              <a:buNone/>
              <a:defRPr sz="1125" b="0">
                <a:solidFill>
                  <a:srgbClr val="F7F9FC"/>
                </a:solidFill>
              </a:defRPr>
            </a:lvl7pPr>
            <a:lvl8pPr algn="l">
              <a:buNone/>
              <a:defRPr sz="1125" b="0">
                <a:solidFill>
                  <a:srgbClr val="F7F9FC"/>
                </a:solidFill>
              </a:defRPr>
            </a:lvl8pPr>
            <a:lvl9pPr algn="l">
              <a:buNone/>
              <a:defRPr sz="112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F7F9FC"/>
                </a:solidFill>
              </a:defRPr>
            </a:pPr>
            <a:r>
              <a:rPr sz="1125" b="0">
                <a:solidFill>
                  <a:srgbClr val="F7F9FC"/>
                </a:solidFill>
              </a:rPr>
              <a:t>Random Forest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BF0963-2127-4083-8969-6DB3F22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167E65-72D4-4FE2-B67B-1009F92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475258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7DC4E5-BC91-4872-B9F7-FE60AE30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340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5A65B"/>
                </a:solidFill>
              </a:defRPr>
            </a:defPPr>
            <a:lvl1pPr algn="l">
              <a:buNone/>
              <a:defRPr sz="1350" b="1">
                <a:solidFill>
                  <a:srgbClr val="F5A65B"/>
                </a:solidFill>
              </a:defRPr>
            </a:lvl1pPr>
            <a:lvl2pPr algn="l">
              <a:buNone/>
              <a:defRPr sz="1350" b="1">
                <a:solidFill>
                  <a:srgbClr val="F5A65B"/>
                </a:solidFill>
              </a:defRPr>
            </a:lvl2pPr>
            <a:lvl3pPr algn="l">
              <a:buNone/>
              <a:defRPr sz="1350" b="1">
                <a:solidFill>
                  <a:srgbClr val="F5A65B"/>
                </a:solidFill>
              </a:defRPr>
            </a:lvl3pPr>
            <a:lvl4pPr algn="l">
              <a:buNone/>
              <a:defRPr sz="1350" b="1">
                <a:solidFill>
                  <a:srgbClr val="F5A65B"/>
                </a:solidFill>
              </a:defRPr>
            </a:lvl4pPr>
            <a:lvl5pPr algn="l">
              <a:buNone/>
              <a:defRPr sz="1350" b="1">
                <a:solidFill>
                  <a:srgbClr val="F5A65B"/>
                </a:solidFill>
              </a:defRPr>
            </a:lvl5pPr>
            <a:lvl6pPr algn="l">
              <a:buNone/>
              <a:defRPr sz="1350" b="1">
                <a:solidFill>
                  <a:srgbClr val="F5A65B"/>
                </a:solidFill>
              </a:defRPr>
            </a:lvl6pPr>
            <a:lvl7pPr algn="l">
              <a:buNone/>
              <a:defRPr sz="1350" b="1">
                <a:solidFill>
                  <a:srgbClr val="F5A65B"/>
                </a:solidFill>
              </a:defRPr>
            </a:lvl7pPr>
            <a:lvl8pPr algn="l">
              <a:buNone/>
              <a:defRPr sz="1350" b="1">
                <a:solidFill>
                  <a:srgbClr val="F5A65B"/>
                </a:solidFill>
              </a:defRPr>
            </a:lvl8pPr>
            <a:lvl9pPr algn="l">
              <a:buNone/>
              <a:defRPr sz="1350" b="1">
                <a:solidFill>
                  <a:srgbClr val="F5A65B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5A65B"/>
                </a:solidFill>
              </a:defRPr>
            </a:pPr>
            <a:r>
              <a:rPr sz="1350" b="1">
                <a:solidFill>
                  <a:srgbClr val="F5A65B"/>
                </a:solidFill>
              </a:rPr>
              <a:t>0.832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6619D6-E3B2-4345-9517-C9C65FB6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9C6B3"/>
                </a:solidFill>
              </a:defRPr>
            </a:defPPr>
            <a:lvl1pPr algn="l">
              <a:buNone/>
              <a:defRPr sz="1125" b="1">
                <a:solidFill>
                  <a:srgbClr val="39C6B3"/>
                </a:solidFill>
              </a:defRPr>
            </a:lvl1pPr>
            <a:lvl2pPr algn="l">
              <a:buNone/>
              <a:defRPr sz="1125" b="1">
                <a:solidFill>
                  <a:srgbClr val="39C6B3"/>
                </a:solidFill>
              </a:defRPr>
            </a:lvl2pPr>
            <a:lvl3pPr algn="l">
              <a:buNone/>
              <a:defRPr sz="1125" b="1">
                <a:solidFill>
                  <a:srgbClr val="39C6B3"/>
                </a:solidFill>
              </a:defRPr>
            </a:lvl3pPr>
            <a:lvl4pPr algn="l">
              <a:buNone/>
              <a:defRPr sz="1125" b="1">
                <a:solidFill>
                  <a:srgbClr val="39C6B3"/>
                </a:solidFill>
              </a:defRPr>
            </a:lvl4pPr>
            <a:lvl5pPr algn="l">
              <a:buNone/>
              <a:defRPr sz="1125" b="1">
                <a:solidFill>
                  <a:srgbClr val="39C6B3"/>
                </a:solidFill>
              </a:defRPr>
            </a:lvl5pPr>
            <a:lvl6pPr algn="l">
              <a:buNone/>
              <a:defRPr sz="1125" b="1">
                <a:solidFill>
                  <a:srgbClr val="39C6B3"/>
                </a:solidFill>
              </a:defRPr>
            </a:lvl6pPr>
            <a:lvl7pPr algn="l">
              <a:buNone/>
              <a:defRPr sz="1125" b="1">
                <a:solidFill>
                  <a:srgbClr val="39C6B3"/>
                </a:solidFill>
              </a:defRPr>
            </a:lvl7pPr>
            <a:lvl8pPr algn="l">
              <a:buNone/>
              <a:defRPr sz="1125" b="1">
                <a:solidFill>
                  <a:srgbClr val="39C6B3"/>
                </a:solidFill>
              </a:defRPr>
            </a:lvl8pPr>
            <a:lvl9pPr algn="l">
              <a:buNone/>
              <a:defRPr sz="1125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39C6B3"/>
                </a:solidFill>
              </a:defRPr>
            </a:pPr>
            <a:r>
              <a:rPr sz="1125" b="1">
                <a:solidFill>
                  <a:srgbClr val="39C6B3"/>
                </a:solidFill>
              </a:rPr>
              <a:t>ANN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157699-8551-48D8-A7EB-4663E62F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912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ACE876-CF01-43EE-87CA-9EBF835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91200"/>
            <a:ext cx="47817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EAF79C-693E-4671-A7B4-A9CF457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9C6B3"/>
                </a:solidFill>
              </a:defRPr>
            </a:defPPr>
            <a:lvl1pPr algn="l">
              <a:buNone/>
              <a:defRPr sz="1350" b="1">
                <a:solidFill>
                  <a:srgbClr val="39C6B3"/>
                </a:solidFill>
              </a:defRPr>
            </a:lvl1pPr>
            <a:lvl2pPr algn="l">
              <a:buNone/>
              <a:defRPr sz="1350" b="1">
                <a:solidFill>
                  <a:srgbClr val="39C6B3"/>
                </a:solidFill>
              </a:defRPr>
            </a:lvl2pPr>
            <a:lvl3pPr algn="l">
              <a:buNone/>
              <a:defRPr sz="1350" b="1">
                <a:solidFill>
                  <a:srgbClr val="39C6B3"/>
                </a:solidFill>
              </a:defRPr>
            </a:lvl3pPr>
            <a:lvl4pPr algn="l">
              <a:buNone/>
              <a:defRPr sz="1350" b="1">
                <a:solidFill>
                  <a:srgbClr val="39C6B3"/>
                </a:solidFill>
              </a:defRPr>
            </a:lvl4pPr>
            <a:lvl5pPr algn="l">
              <a:buNone/>
              <a:defRPr sz="1350" b="1">
                <a:solidFill>
                  <a:srgbClr val="39C6B3"/>
                </a:solidFill>
              </a:defRPr>
            </a:lvl5pPr>
            <a:lvl6pPr algn="l">
              <a:buNone/>
              <a:defRPr sz="1350" b="1">
                <a:solidFill>
                  <a:srgbClr val="39C6B3"/>
                </a:solidFill>
              </a:defRPr>
            </a:lvl6pPr>
            <a:lvl7pPr algn="l">
              <a:buNone/>
              <a:defRPr sz="1350" b="1">
                <a:solidFill>
                  <a:srgbClr val="39C6B3"/>
                </a:solidFill>
              </a:defRPr>
            </a:lvl7pPr>
            <a:lvl8pPr algn="l">
              <a:buNone/>
              <a:defRPr sz="1350" b="1">
                <a:solidFill>
                  <a:srgbClr val="39C6B3"/>
                </a:solidFill>
              </a:defRPr>
            </a:lvl8pPr>
            <a:lvl9pPr algn="l">
              <a:buNone/>
              <a:defRPr sz="135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39C6B3"/>
                </a:solidFill>
              </a:defRPr>
            </a:pPr>
            <a:r>
              <a:rPr sz="1350" b="1">
                <a:solidFill>
                  <a:srgbClr val="39C6B3"/>
                </a:solidFill>
              </a:rPr>
              <a:t>0.837</a:t>
            </a:r>
          </a:p>
        </p:txBody>
      </p:sp>
    </p:spTree>
    <p:extLst>
      <p:ext uri="{BB962C8B-B14F-4D97-AF65-F5344CB8AC3E}">
        <p14:creationId xmlns:p14="http://schemas.microsoft.com/office/powerpoint/2010/main" val="65190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F7E2E4-C64D-4FA2-BDA8-A5FBDF7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9FC"/>
                </a:solidFill>
              </a:defRPr>
            </a:defPPr>
            <a:lvl1pPr algn="l">
              <a:buNone/>
              <a:defRPr sz="2550" b="1">
                <a:solidFill>
                  <a:srgbClr val="F7F9FC"/>
                </a:solidFill>
              </a:defRPr>
            </a:lvl1pPr>
            <a:lvl2pPr algn="l">
              <a:buNone/>
              <a:defRPr sz="2550" b="1">
                <a:solidFill>
                  <a:srgbClr val="F7F9FC"/>
                </a:solidFill>
              </a:defRPr>
            </a:lvl2pPr>
            <a:lvl3pPr algn="l">
              <a:buNone/>
              <a:defRPr sz="2550" b="1">
                <a:solidFill>
                  <a:srgbClr val="F7F9FC"/>
                </a:solidFill>
              </a:defRPr>
            </a:lvl3pPr>
            <a:lvl4pPr algn="l">
              <a:buNone/>
              <a:defRPr sz="2550" b="1">
                <a:solidFill>
                  <a:srgbClr val="F7F9FC"/>
                </a:solidFill>
              </a:defRPr>
            </a:lvl4pPr>
            <a:lvl5pPr algn="l">
              <a:buNone/>
              <a:defRPr sz="2550" b="1">
                <a:solidFill>
                  <a:srgbClr val="F7F9FC"/>
                </a:solidFill>
              </a:defRPr>
            </a:lvl5pPr>
            <a:lvl6pPr algn="l">
              <a:buNone/>
              <a:defRPr sz="2550" b="1">
                <a:solidFill>
                  <a:srgbClr val="F7F9FC"/>
                </a:solidFill>
              </a:defRPr>
            </a:lvl6pPr>
            <a:lvl7pPr algn="l">
              <a:buNone/>
              <a:defRPr sz="2550" b="1">
                <a:solidFill>
                  <a:srgbClr val="F7F9FC"/>
                </a:solidFill>
              </a:defRPr>
            </a:lvl7pPr>
            <a:lvl8pPr algn="l">
              <a:buNone/>
              <a:defRPr sz="2550" b="1">
                <a:solidFill>
                  <a:srgbClr val="F7F9FC"/>
                </a:solidFill>
              </a:defRPr>
            </a:lvl8pPr>
            <a:lvl9pPr algn="l">
              <a:buNone/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Confusion matrices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EAE33-39DF-49CB-AE7B-7BF851F1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Actual labels are rows; predicted labels are columns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53014-6CB7-4660-A438-138B2E8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DCA0-1888-457D-8B9C-0B078F1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8"/>
                </a:solidFill>
              </a:defRPr>
            </a:defPPr>
            <a:lvl1pPr algn="l">
              <a:buNone/>
              <a:defRPr sz="900" b="1">
                <a:solidFill>
                  <a:srgbClr val="AAB6C8"/>
                </a:solidFill>
              </a:defRPr>
            </a:lvl1pPr>
            <a:lvl2pPr algn="l">
              <a:buNone/>
              <a:defRPr sz="900" b="1">
                <a:solidFill>
                  <a:srgbClr val="AAB6C8"/>
                </a:solidFill>
              </a:defRPr>
            </a:lvl2pPr>
            <a:lvl3pPr algn="l">
              <a:buNone/>
              <a:defRPr sz="900" b="1">
                <a:solidFill>
                  <a:srgbClr val="AAB6C8"/>
                </a:solidFill>
              </a:defRPr>
            </a:lvl3pPr>
            <a:lvl4pPr algn="l">
              <a:buNone/>
              <a:defRPr sz="900" b="1">
                <a:solidFill>
                  <a:srgbClr val="AAB6C8"/>
                </a:solidFill>
              </a:defRPr>
            </a:lvl4pPr>
            <a:lvl5pPr algn="l">
              <a:buNone/>
              <a:defRPr sz="900" b="1">
                <a:solidFill>
                  <a:srgbClr val="AAB6C8"/>
                </a:solidFill>
              </a:defRPr>
            </a:lvl5pPr>
            <a:lvl6pPr algn="l">
              <a:buNone/>
              <a:defRPr sz="900" b="1">
                <a:solidFill>
                  <a:srgbClr val="AAB6C8"/>
                </a:solidFill>
              </a:defRPr>
            </a:lvl6pPr>
            <a:lvl7pPr algn="l">
              <a:buNone/>
              <a:defRPr sz="900" b="1">
                <a:solidFill>
                  <a:srgbClr val="AAB6C8"/>
                </a:solidFill>
              </a:defRPr>
            </a:lvl7pPr>
            <a:lvl8pPr algn="l">
              <a:buNone/>
              <a:defRPr sz="900" b="1">
                <a:solidFill>
                  <a:srgbClr val="AAB6C8"/>
                </a:solidFill>
              </a:defRPr>
            </a:lvl8pPr>
            <a:lvl9pPr algn="l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LOAN STATUS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04A13-F9DC-401B-81C3-CD037BF4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AB6C8"/>
                </a:solidFill>
              </a:defRPr>
            </a:defPPr>
            <a:lvl1pPr algn="r">
              <a:buNone/>
              <a:defRPr sz="900" b="1">
                <a:solidFill>
                  <a:srgbClr val="AAB6C8"/>
                </a:solidFill>
              </a:defRPr>
            </a:lvl1pPr>
            <a:lvl2pPr algn="r">
              <a:buNone/>
              <a:defRPr sz="900" b="1">
                <a:solidFill>
                  <a:srgbClr val="AAB6C8"/>
                </a:solidFill>
              </a:defRPr>
            </a:lvl2pPr>
            <a:lvl3pPr algn="r">
              <a:buNone/>
              <a:defRPr sz="900" b="1">
                <a:solidFill>
                  <a:srgbClr val="AAB6C8"/>
                </a:solidFill>
              </a:defRPr>
            </a:lvl3pPr>
            <a:lvl4pPr algn="r">
              <a:buNone/>
              <a:defRPr sz="900" b="1">
                <a:solidFill>
                  <a:srgbClr val="AAB6C8"/>
                </a:solidFill>
              </a:defRPr>
            </a:lvl4pPr>
            <a:lvl5pPr algn="r">
              <a:buNone/>
              <a:defRPr sz="900" b="1">
                <a:solidFill>
                  <a:srgbClr val="AAB6C8"/>
                </a:solidFill>
              </a:defRPr>
            </a:lvl5pPr>
            <a:lvl6pPr algn="r">
              <a:buNone/>
              <a:defRPr sz="900" b="1">
                <a:solidFill>
                  <a:srgbClr val="AAB6C8"/>
                </a:solidFill>
              </a:defRPr>
            </a:lvl6pPr>
            <a:lvl7pPr algn="r">
              <a:buNone/>
              <a:defRPr sz="900" b="1">
                <a:solidFill>
                  <a:srgbClr val="AAB6C8"/>
                </a:solidFill>
              </a:defRPr>
            </a:lvl7pPr>
            <a:lvl8pPr algn="r">
              <a:buNone/>
              <a:defRPr sz="900" b="1">
                <a:solidFill>
                  <a:srgbClr val="AAB6C8"/>
                </a:solidFill>
              </a:defRPr>
            </a:lvl8pPr>
            <a:lvl9pPr algn="r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3BFB4-E28E-419B-89F7-4527CBF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C9EFF"/>
                </a:solidFill>
              </a:defRPr>
            </a:defPPr>
            <a:lvl1pPr algn="l">
              <a:buNone/>
              <a:defRPr sz="1500" b="1">
                <a:solidFill>
                  <a:srgbClr val="6C9EFF"/>
                </a:solidFill>
              </a:defRPr>
            </a:lvl1pPr>
            <a:lvl2pPr algn="l">
              <a:buNone/>
              <a:defRPr sz="1500" b="1">
                <a:solidFill>
                  <a:srgbClr val="6C9EFF"/>
                </a:solidFill>
              </a:defRPr>
            </a:lvl2pPr>
            <a:lvl3pPr algn="l">
              <a:buNone/>
              <a:defRPr sz="1500" b="1">
                <a:solidFill>
                  <a:srgbClr val="6C9EFF"/>
                </a:solidFill>
              </a:defRPr>
            </a:lvl3pPr>
            <a:lvl4pPr algn="l">
              <a:buNone/>
              <a:defRPr sz="1500" b="1">
                <a:solidFill>
                  <a:srgbClr val="6C9EFF"/>
                </a:solidFill>
              </a:defRPr>
            </a:lvl4pPr>
            <a:lvl5pPr algn="l">
              <a:buNone/>
              <a:defRPr sz="1500" b="1">
                <a:solidFill>
                  <a:srgbClr val="6C9EFF"/>
                </a:solidFill>
              </a:defRPr>
            </a:lvl5pPr>
            <a:lvl6pPr algn="l">
              <a:buNone/>
              <a:defRPr sz="1500" b="1">
                <a:solidFill>
                  <a:srgbClr val="6C9EFF"/>
                </a:solidFill>
              </a:defRPr>
            </a:lvl6pPr>
            <a:lvl7pPr algn="l">
              <a:buNone/>
              <a:defRPr sz="1500" b="1">
                <a:solidFill>
                  <a:srgbClr val="6C9EFF"/>
                </a:solidFill>
              </a:defRPr>
            </a:lvl7pPr>
            <a:lvl8pPr algn="l">
              <a:buNone/>
              <a:defRPr sz="1500" b="1">
                <a:solidFill>
                  <a:srgbClr val="6C9EFF"/>
                </a:solidFill>
              </a:defRPr>
            </a:lvl8pPr>
            <a:lvl9pPr algn="l">
              <a:buNone/>
              <a:defRPr sz="1500" b="1">
                <a:solidFill>
                  <a:srgbClr val="6C9EFF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C9EFF"/>
                </a:solidFill>
              </a:defRPr>
            </a:pPr>
            <a:r>
              <a:rPr sz="1500" b="1">
                <a:solidFill>
                  <a:srgbClr val="6C9EFF"/>
                </a:solidFill>
              </a:rPr>
              <a:t>Logistic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73D58-AB11-4B93-B877-9836C7D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8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AAB6C8"/>
                </a:solidFill>
              </a:defRPr>
            </a:defPPr>
            <a:lvl1pPr algn="ctr">
              <a:buNone/>
              <a:defRPr sz="975" b="1">
                <a:solidFill>
                  <a:srgbClr val="AAB6C8"/>
                </a:solidFill>
              </a:defRPr>
            </a:lvl1pPr>
            <a:lvl2pPr algn="ctr">
              <a:buNone/>
              <a:defRPr sz="975" b="1">
                <a:solidFill>
                  <a:srgbClr val="AAB6C8"/>
                </a:solidFill>
              </a:defRPr>
            </a:lvl2pPr>
            <a:lvl3pPr algn="ctr">
              <a:buNone/>
              <a:defRPr sz="975" b="1">
                <a:solidFill>
                  <a:srgbClr val="AAB6C8"/>
                </a:solidFill>
              </a:defRPr>
            </a:lvl3pPr>
            <a:lvl4pPr algn="ctr">
              <a:buNone/>
              <a:defRPr sz="975" b="1">
                <a:solidFill>
                  <a:srgbClr val="AAB6C8"/>
                </a:solidFill>
              </a:defRPr>
            </a:lvl4pPr>
            <a:lvl5pPr algn="ctr">
              <a:buNone/>
              <a:defRPr sz="975" b="1">
                <a:solidFill>
                  <a:srgbClr val="AAB6C8"/>
                </a:solidFill>
              </a:defRPr>
            </a:lvl5pPr>
            <a:lvl6pPr algn="ctr">
              <a:buNone/>
              <a:defRPr sz="975" b="1">
                <a:solidFill>
                  <a:srgbClr val="AAB6C8"/>
                </a:solidFill>
              </a:defRPr>
            </a:lvl6pPr>
            <a:lvl7pPr algn="ctr">
              <a:buNone/>
              <a:defRPr sz="975" b="1">
                <a:solidFill>
                  <a:srgbClr val="AAB6C8"/>
                </a:solidFill>
              </a:defRPr>
            </a:lvl7pPr>
            <a:lvl8pPr algn="ctr">
              <a:buNone/>
              <a:defRPr sz="975" b="1">
                <a:solidFill>
                  <a:srgbClr val="AAB6C8"/>
                </a:solidFill>
              </a:defRPr>
            </a:lvl8pPr>
            <a:lvl9pPr algn="ctr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Predicted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3E4EB-D55B-4720-B274-B70F187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2EEB1-FB7C-4CFF-9F39-B1B5651A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DE19B-2CCC-4177-B756-75BBC3E2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8"/>
                </a:solidFill>
              </a:defRPr>
            </a:defPPr>
            <a:lvl1pPr algn="l">
              <a:buNone/>
              <a:defRPr sz="975" b="1">
                <a:solidFill>
                  <a:srgbClr val="AAB6C8"/>
                </a:solidFill>
              </a:defRPr>
            </a:lvl1pPr>
            <a:lvl2pPr algn="l">
              <a:buNone/>
              <a:defRPr sz="975" b="1">
                <a:solidFill>
                  <a:srgbClr val="AAB6C8"/>
                </a:solidFill>
              </a:defRPr>
            </a:lvl2pPr>
            <a:lvl3pPr algn="l">
              <a:buNone/>
              <a:defRPr sz="975" b="1">
                <a:solidFill>
                  <a:srgbClr val="AAB6C8"/>
                </a:solidFill>
              </a:defRPr>
            </a:lvl3pPr>
            <a:lvl4pPr algn="l">
              <a:buNone/>
              <a:defRPr sz="975" b="1">
                <a:solidFill>
                  <a:srgbClr val="AAB6C8"/>
                </a:solidFill>
              </a:defRPr>
            </a:lvl4pPr>
            <a:lvl5pPr algn="l">
              <a:buNone/>
              <a:defRPr sz="975" b="1">
                <a:solidFill>
                  <a:srgbClr val="AAB6C8"/>
                </a:solidFill>
              </a:defRPr>
            </a:lvl5pPr>
            <a:lvl6pPr algn="l">
              <a:buNone/>
              <a:defRPr sz="975" b="1">
                <a:solidFill>
                  <a:srgbClr val="AAB6C8"/>
                </a:solidFill>
              </a:defRPr>
            </a:lvl6pPr>
            <a:lvl7pPr algn="l">
              <a:buNone/>
              <a:defRPr sz="975" b="1">
                <a:solidFill>
                  <a:srgbClr val="AAB6C8"/>
                </a:solidFill>
              </a:defRPr>
            </a:lvl7pPr>
            <a:lvl8pPr algn="l">
              <a:buNone/>
              <a:defRPr sz="975" b="1">
                <a:solidFill>
                  <a:srgbClr val="AAB6C8"/>
                </a:solidFill>
              </a:defRPr>
            </a:lvl8pPr>
            <a:lvl9pPr algn="l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F1416-8244-447A-90B7-FBBEDEBC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0E84C-B136-457F-98BF-708A21FA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FC8B3-CB37-4701-BD87-7139BFB0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B2764-A8E5-4DF3-ABEA-DE86CF6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3973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67BB0-CABF-4707-8C24-025FD2D5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6AB96-F765-45DA-AE47-DCE23AC1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1027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3E3DD-032B-4E7A-8EC5-DA3E2776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34B20-3117-4A05-9931-813BAFEF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1090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E457F-3182-4F55-8AE3-7663AAF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66668-7F8A-4BFA-B5EC-D260E0BE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3910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EDB9E-910A-4C79-9D47-B33D5DA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AAB6C8"/>
                </a:solidFill>
              </a:defRPr>
            </a:defPPr>
            <a:lvl1pPr algn="ctr">
              <a:buNone/>
              <a:defRPr sz="975" b="0">
                <a:solidFill>
                  <a:srgbClr val="AAB6C8"/>
                </a:solidFill>
              </a:defRPr>
            </a:lvl1pPr>
            <a:lvl2pPr algn="ctr">
              <a:buNone/>
              <a:defRPr sz="975" b="0">
                <a:solidFill>
                  <a:srgbClr val="AAB6C8"/>
                </a:solidFill>
              </a:defRPr>
            </a:lvl2pPr>
            <a:lvl3pPr algn="ctr">
              <a:buNone/>
              <a:defRPr sz="975" b="0">
                <a:solidFill>
                  <a:srgbClr val="AAB6C8"/>
                </a:solidFill>
              </a:defRPr>
            </a:lvl3pPr>
            <a:lvl4pPr algn="ctr">
              <a:buNone/>
              <a:defRPr sz="975" b="0">
                <a:solidFill>
                  <a:srgbClr val="AAB6C8"/>
                </a:solidFill>
              </a:defRPr>
            </a:lvl4pPr>
            <a:lvl5pPr algn="ctr">
              <a:buNone/>
              <a:defRPr sz="975" b="0">
                <a:solidFill>
                  <a:srgbClr val="AAB6C8"/>
                </a:solidFill>
              </a:defRPr>
            </a:lvl5pPr>
            <a:lvl6pPr algn="ctr">
              <a:buNone/>
              <a:defRPr sz="975" b="0">
                <a:solidFill>
                  <a:srgbClr val="AAB6C8"/>
                </a:solidFill>
              </a:defRPr>
            </a:lvl6pPr>
            <a:lvl7pPr algn="ctr">
              <a:buNone/>
              <a:defRPr sz="975" b="0">
                <a:solidFill>
                  <a:srgbClr val="AAB6C8"/>
                </a:solidFill>
              </a:defRPr>
            </a:lvl7pPr>
            <a:lvl8pPr algn="ctr">
              <a:buNone/>
              <a:defRPr sz="975" b="0">
                <a:solidFill>
                  <a:srgbClr val="AAB6C8"/>
                </a:solidFill>
              </a:defRPr>
            </a:lvl8pPr>
            <a:lvl9pPr algn="ctr">
              <a:buNone/>
              <a:defRPr sz="9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AAB6C8"/>
                </a:solidFill>
              </a:defRPr>
            </a:pPr>
            <a:r>
              <a:rPr sz="975" b="0">
                <a:solidFill>
                  <a:srgbClr val="AAB6C8"/>
                </a:solidFill>
              </a:rPr>
              <a:t>TN          FP          FN          TP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F4809-95E8-4705-ABD1-63000260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A65B"/>
                </a:solidFill>
              </a:defRPr>
            </a:defPPr>
            <a:lvl1pPr algn="l">
              <a:buNone/>
              <a:defRPr sz="1500" b="1">
                <a:solidFill>
                  <a:srgbClr val="F5A65B"/>
                </a:solidFill>
              </a:defRPr>
            </a:lvl1pPr>
            <a:lvl2pPr algn="l">
              <a:buNone/>
              <a:defRPr sz="1500" b="1">
                <a:solidFill>
                  <a:srgbClr val="F5A65B"/>
                </a:solidFill>
              </a:defRPr>
            </a:lvl2pPr>
            <a:lvl3pPr algn="l">
              <a:buNone/>
              <a:defRPr sz="1500" b="1">
                <a:solidFill>
                  <a:srgbClr val="F5A65B"/>
                </a:solidFill>
              </a:defRPr>
            </a:lvl3pPr>
            <a:lvl4pPr algn="l">
              <a:buNone/>
              <a:defRPr sz="1500" b="1">
                <a:solidFill>
                  <a:srgbClr val="F5A65B"/>
                </a:solidFill>
              </a:defRPr>
            </a:lvl4pPr>
            <a:lvl5pPr algn="l">
              <a:buNone/>
              <a:defRPr sz="1500" b="1">
                <a:solidFill>
                  <a:srgbClr val="F5A65B"/>
                </a:solidFill>
              </a:defRPr>
            </a:lvl5pPr>
            <a:lvl6pPr algn="l">
              <a:buNone/>
              <a:defRPr sz="1500" b="1">
                <a:solidFill>
                  <a:srgbClr val="F5A65B"/>
                </a:solidFill>
              </a:defRPr>
            </a:lvl6pPr>
            <a:lvl7pPr algn="l">
              <a:buNone/>
              <a:defRPr sz="1500" b="1">
                <a:solidFill>
                  <a:srgbClr val="F5A65B"/>
                </a:solidFill>
              </a:defRPr>
            </a:lvl7pPr>
            <a:lvl8pPr algn="l">
              <a:buNone/>
              <a:defRPr sz="1500" b="1">
                <a:solidFill>
                  <a:srgbClr val="F5A65B"/>
                </a:solidFill>
              </a:defRPr>
            </a:lvl8pPr>
            <a:lvl9pPr algn="l">
              <a:buNone/>
              <a:defRPr sz="1500" b="1">
                <a:solidFill>
                  <a:srgbClr val="F5A65B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5A65B"/>
                </a:solidFill>
              </a:defRPr>
            </a:pPr>
            <a:r>
              <a:rPr sz="1500" b="1">
                <a:solidFill>
                  <a:srgbClr val="F5A65B"/>
                </a:solidFill>
              </a:rPr>
              <a:t>Random Forest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956B6-27EF-49A7-96CE-7D0225D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AAB6C8"/>
                </a:solidFill>
              </a:defRPr>
            </a:defPPr>
            <a:lvl1pPr algn="ctr">
              <a:buNone/>
              <a:defRPr sz="975" b="1">
                <a:solidFill>
                  <a:srgbClr val="AAB6C8"/>
                </a:solidFill>
              </a:defRPr>
            </a:lvl1pPr>
            <a:lvl2pPr algn="ctr">
              <a:buNone/>
              <a:defRPr sz="975" b="1">
                <a:solidFill>
                  <a:srgbClr val="AAB6C8"/>
                </a:solidFill>
              </a:defRPr>
            </a:lvl2pPr>
            <a:lvl3pPr algn="ctr">
              <a:buNone/>
              <a:defRPr sz="975" b="1">
                <a:solidFill>
                  <a:srgbClr val="AAB6C8"/>
                </a:solidFill>
              </a:defRPr>
            </a:lvl3pPr>
            <a:lvl4pPr algn="ctr">
              <a:buNone/>
              <a:defRPr sz="975" b="1">
                <a:solidFill>
                  <a:srgbClr val="AAB6C8"/>
                </a:solidFill>
              </a:defRPr>
            </a:lvl4pPr>
            <a:lvl5pPr algn="ctr">
              <a:buNone/>
              <a:defRPr sz="975" b="1">
                <a:solidFill>
                  <a:srgbClr val="AAB6C8"/>
                </a:solidFill>
              </a:defRPr>
            </a:lvl5pPr>
            <a:lvl6pPr algn="ctr">
              <a:buNone/>
              <a:defRPr sz="975" b="1">
                <a:solidFill>
                  <a:srgbClr val="AAB6C8"/>
                </a:solidFill>
              </a:defRPr>
            </a:lvl6pPr>
            <a:lvl7pPr algn="ctr">
              <a:buNone/>
              <a:defRPr sz="975" b="1">
                <a:solidFill>
                  <a:srgbClr val="AAB6C8"/>
                </a:solidFill>
              </a:defRPr>
            </a:lvl7pPr>
            <a:lvl8pPr algn="ctr">
              <a:buNone/>
              <a:defRPr sz="975" b="1">
                <a:solidFill>
                  <a:srgbClr val="AAB6C8"/>
                </a:solidFill>
              </a:defRPr>
            </a:lvl8pPr>
            <a:lvl9pPr algn="ctr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Predicted 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35C91-814B-4930-BFE1-DAE58DC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785D9-2642-4C4F-96C4-29927C0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4A330-4236-4956-8CC6-1AC585FC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8"/>
                </a:solidFill>
              </a:defRPr>
            </a:defPPr>
            <a:lvl1pPr algn="l">
              <a:buNone/>
              <a:defRPr sz="975" b="1">
                <a:solidFill>
                  <a:srgbClr val="AAB6C8"/>
                </a:solidFill>
              </a:defRPr>
            </a:lvl1pPr>
            <a:lvl2pPr algn="l">
              <a:buNone/>
              <a:defRPr sz="975" b="1">
                <a:solidFill>
                  <a:srgbClr val="AAB6C8"/>
                </a:solidFill>
              </a:defRPr>
            </a:lvl2pPr>
            <a:lvl3pPr algn="l">
              <a:buNone/>
              <a:defRPr sz="975" b="1">
                <a:solidFill>
                  <a:srgbClr val="AAB6C8"/>
                </a:solidFill>
              </a:defRPr>
            </a:lvl3pPr>
            <a:lvl4pPr algn="l">
              <a:buNone/>
              <a:defRPr sz="975" b="1">
                <a:solidFill>
                  <a:srgbClr val="AAB6C8"/>
                </a:solidFill>
              </a:defRPr>
            </a:lvl4pPr>
            <a:lvl5pPr algn="l">
              <a:buNone/>
              <a:defRPr sz="975" b="1">
                <a:solidFill>
                  <a:srgbClr val="AAB6C8"/>
                </a:solidFill>
              </a:defRPr>
            </a:lvl5pPr>
            <a:lvl6pPr algn="l">
              <a:buNone/>
              <a:defRPr sz="975" b="1">
                <a:solidFill>
                  <a:srgbClr val="AAB6C8"/>
                </a:solidFill>
              </a:defRPr>
            </a:lvl6pPr>
            <a:lvl7pPr algn="l">
              <a:buNone/>
              <a:defRPr sz="975" b="1">
                <a:solidFill>
                  <a:srgbClr val="AAB6C8"/>
                </a:solidFill>
              </a:defRPr>
            </a:lvl7pPr>
            <a:lvl8pPr algn="l">
              <a:buNone/>
              <a:defRPr sz="975" b="1">
                <a:solidFill>
                  <a:srgbClr val="AAB6C8"/>
                </a:solidFill>
              </a:defRPr>
            </a:lvl8pPr>
            <a:lvl9pPr algn="l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Actual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17BA5-E4C3-45A9-A09B-83FD823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DFABF-BF92-4CC8-B559-FBE4B7B9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76DDB-408D-437A-B514-0E4EC43F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D0F89-D51B-41E8-8550-21DA341E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4165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777048-A246-4533-AF24-6C89180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5026D-4BA3-457D-BE44-7B6FAE0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835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AF580A-8142-439F-B151-EB5189B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C3D1F-B211-4B10-8725-264E74A7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847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22C7E-C51D-4952-8C89-02B9541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6299D-6529-4F8E-A7E0-3D5C82F8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4153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06F1A6-5F62-4431-82BE-EED6898B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AAB6C8"/>
                </a:solidFill>
              </a:defRPr>
            </a:defPPr>
            <a:lvl1pPr algn="ctr">
              <a:buNone/>
              <a:defRPr sz="975" b="0">
                <a:solidFill>
                  <a:srgbClr val="AAB6C8"/>
                </a:solidFill>
              </a:defRPr>
            </a:lvl1pPr>
            <a:lvl2pPr algn="ctr">
              <a:buNone/>
              <a:defRPr sz="975" b="0">
                <a:solidFill>
                  <a:srgbClr val="AAB6C8"/>
                </a:solidFill>
              </a:defRPr>
            </a:lvl2pPr>
            <a:lvl3pPr algn="ctr">
              <a:buNone/>
              <a:defRPr sz="975" b="0">
                <a:solidFill>
                  <a:srgbClr val="AAB6C8"/>
                </a:solidFill>
              </a:defRPr>
            </a:lvl3pPr>
            <a:lvl4pPr algn="ctr">
              <a:buNone/>
              <a:defRPr sz="975" b="0">
                <a:solidFill>
                  <a:srgbClr val="AAB6C8"/>
                </a:solidFill>
              </a:defRPr>
            </a:lvl4pPr>
            <a:lvl5pPr algn="ctr">
              <a:buNone/>
              <a:defRPr sz="975" b="0">
                <a:solidFill>
                  <a:srgbClr val="AAB6C8"/>
                </a:solidFill>
              </a:defRPr>
            </a:lvl5pPr>
            <a:lvl6pPr algn="ctr">
              <a:buNone/>
              <a:defRPr sz="975" b="0">
                <a:solidFill>
                  <a:srgbClr val="AAB6C8"/>
                </a:solidFill>
              </a:defRPr>
            </a:lvl6pPr>
            <a:lvl7pPr algn="ctr">
              <a:buNone/>
              <a:defRPr sz="975" b="0">
                <a:solidFill>
                  <a:srgbClr val="AAB6C8"/>
                </a:solidFill>
              </a:defRPr>
            </a:lvl7pPr>
            <a:lvl8pPr algn="ctr">
              <a:buNone/>
              <a:defRPr sz="975" b="0">
                <a:solidFill>
                  <a:srgbClr val="AAB6C8"/>
                </a:solidFill>
              </a:defRPr>
            </a:lvl8pPr>
            <a:lvl9pPr algn="ctr">
              <a:buNone/>
              <a:defRPr sz="9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AAB6C8"/>
                </a:solidFill>
              </a:defRPr>
            </a:pPr>
            <a:r>
              <a:rPr sz="975" b="0">
                <a:solidFill>
                  <a:srgbClr val="AAB6C8"/>
                </a:solidFill>
              </a:rPr>
              <a:t>TN          FP          FN          TP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8EFD8-3C47-4CCC-9D3B-C5836862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9C6B3"/>
                </a:solidFill>
              </a:defRPr>
            </a:defPPr>
            <a:lvl1pPr algn="l">
              <a:buNone/>
              <a:defRPr sz="1500" b="1">
                <a:solidFill>
                  <a:srgbClr val="39C6B3"/>
                </a:solidFill>
              </a:defRPr>
            </a:lvl1pPr>
            <a:lvl2pPr algn="l">
              <a:buNone/>
              <a:defRPr sz="1500" b="1">
                <a:solidFill>
                  <a:srgbClr val="39C6B3"/>
                </a:solidFill>
              </a:defRPr>
            </a:lvl2pPr>
            <a:lvl3pPr algn="l">
              <a:buNone/>
              <a:defRPr sz="1500" b="1">
                <a:solidFill>
                  <a:srgbClr val="39C6B3"/>
                </a:solidFill>
              </a:defRPr>
            </a:lvl3pPr>
            <a:lvl4pPr algn="l">
              <a:buNone/>
              <a:defRPr sz="1500" b="1">
                <a:solidFill>
                  <a:srgbClr val="39C6B3"/>
                </a:solidFill>
              </a:defRPr>
            </a:lvl4pPr>
            <a:lvl5pPr algn="l">
              <a:buNone/>
              <a:defRPr sz="1500" b="1">
                <a:solidFill>
                  <a:srgbClr val="39C6B3"/>
                </a:solidFill>
              </a:defRPr>
            </a:lvl5pPr>
            <a:lvl6pPr algn="l">
              <a:buNone/>
              <a:defRPr sz="1500" b="1">
                <a:solidFill>
                  <a:srgbClr val="39C6B3"/>
                </a:solidFill>
              </a:defRPr>
            </a:lvl6pPr>
            <a:lvl7pPr algn="l">
              <a:buNone/>
              <a:defRPr sz="1500" b="1">
                <a:solidFill>
                  <a:srgbClr val="39C6B3"/>
                </a:solidFill>
              </a:defRPr>
            </a:lvl7pPr>
            <a:lvl8pPr algn="l">
              <a:buNone/>
              <a:defRPr sz="1500" b="1">
                <a:solidFill>
                  <a:srgbClr val="39C6B3"/>
                </a:solidFill>
              </a:defRPr>
            </a:lvl8pPr>
            <a:lvl9pPr algn="l">
              <a:buNone/>
              <a:defRPr sz="150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39C6B3"/>
                </a:solidFill>
              </a:defRPr>
            </a:pPr>
            <a:r>
              <a:rPr sz="1500" b="1">
                <a:solidFill>
                  <a:srgbClr val="39C6B3"/>
                </a:solidFill>
              </a:rPr>
              <a:t>ANN (MLP)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D77209-3535-42D8-AC09-E81B5EC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AAB6C8"/>
                </a:solidFill>
              </a:defRPr>
            </a:defPPr>
            <a:lvl1pPr algn="ctr">
              <a:buNone/>
              <a:defRPr sz="975" b="1">
                <a:solidFill>
                  <a:srgbClr val="AAB6C8"/>
                </a:solidFill>
              </a:defRPr>
            </a:lvl1pPr>
            <a:lvl2pPr algn="ctr">
              <a:buNone/>
              <a:defRPr sz="975" b="1">
                <a:solidFill>
                  <a:srgbClr val="AAB6C8"/>
                </a:solidFill>
              </a:defRPr>
            </a:lvl2pPr>
            <a:lvl3pPr algn="ctr">
              <a:buNone/>
              <a:defRPr sz="975" b="1">
                <a:solidFill>
                  <a:srgbClr val="AAB6C8"/>
                </a:solidFill>
              </a:defRPr>
            </a:lvl3pPr>
            <a:lvl4pPr algn="ctr">
              <a:buNone/>
              <a:defRPr sz="975" b="1">
                <a:solidFill>
                  <a:srgbClr val="AAB6C8"/>
                </a:solidFill>
              </a:defRPr>
            </a:lvl4pPr>
            <a:lvl5pPr algn="ctr">
              <a:buNone/>
              <a:defRPr sz="975" b="1">
                <a:solidFill>
                  <a:srgbClr val="AAB6C8"/>
                </a:solidFill>
              </a:defRPr>
            </a:lvl5pPr>
            <a:lvl6pPr algn="ctr">
              <a:buNone/>
              <a:defRPr sz="975" b="1">
                <a:solidFill>
                  <a:srgbClr val="AAB6C8"/>
                </a:solidFill>
              </a:defRPr>
            </a:lvl6pPr>
            <a:lvl7pPr algn="ctr">
              <a:buNone/>
              <a:defRPr sz="975" b="1">
                <a:solidFill>
                  <a:srgbClr val="AAB6C8"/>
                </a:solidFill>
              </a:defRPr>
            </a:lvl7pPr>
            <a:lvl8pPr algn="ctr">
              <a:buNone/>
              <a:defRPr sz="975" b="1">
                <a:solidFill>
                  <a:srgbClr val="AAB6C8"/>
                </a:solidFill>
              </a:defRPr>
            </a:lvl8pPr>
            <a:lvl9pPr algn="ctr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Predicted 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14C75E-268F-442B-A03D-DF1E343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FACE68-A280-434D-92E6-4DE4338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47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AAB6C8"/>
                </a:solidFill>
              </a:defRPr>
            </a:defPPr>
            <a:lvl1pPr algn="ctr">
              <a:buNone/>
              <a:defRPr sz="1050" b="1">
                <a:solidFill>
                  <a:srgbClr val="AAB6C8"/>
                </a:solidFill>
              </a:defRPr>
            </a:lvl1pPr>
            <a:lvl2pPr algn="ctr">
              <a:buNone/>
              <a:defRPr sz="1050" b="1">
                <a:solidFill>
                  <a:srgbClr val="AAB6C8"/>
                </a:solidFill>
              </a:defRPr>
            </a:lvl2pPr>
            <a:lvl3pPr algn="ctr">
              <a:buNone/>
              <a:defRPr sz="1050" b="1">
                <a:solidFill>
                  <a:srgbClr val="AAB6C8"/>
                </a:solidFill>
              </a:defRPr>
            </a:lvl3pPr>
            <a:lvl4pPr algn="ctr">
              <a:buNone/>
              <a:defRPr sz="1050" b="1">
                <a:solidFill>
                  <a:srgbClr val="AAB6C8"/>
                </a:solidFill>
              </a:defRPr>
            </a:lvl4pPr>
            <a:lvl5pPr algn="ctr">
              <a:buNone/>
              <a:defRPr sz="1050" b="1">
                <a:solidFill>
                  <a:srgbClr val="AAB6C8"/>
                </a:solidFill>
              </a:defRPr>
            </a:lvl5pPr>
            <a:lvl6pPr algn="ctr">
              <a:buNone/>
              <a:defRPr sz="1050" b="1">
                <a:solidFill>
                  <a:srgbClr val="AAB6C8"/>
                </a:solidFill>
              </a:defRPr>
            </a:lvl6pPr>
            <a:lvl7pPr algn="ctr">
              <a:buNone/>
              <a:defRPr sz="1050" b="1">
                <a:solidFill>
                  <a:srgbClr val="AAB6C8"/>
                </a:solidFill>
              </a:defRPr>
            </a:lvl7pPr>
            <a:lvl8pPr algn="ctr">
              <a:buNone/>
              <a:defRPr sz="1050" b="1">
                <a:solidFill>
                  <a:srgbClr val="AAB6C8"/>
                </a:solidFill>
              </a:defRPr>
            </a:lvl8pPr>
            <a:lvl9pPr algn="ctr">
              <a:buNone/>
              <a:defRPr sz="105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AB6C8"/>
                </a:solidFill>
              </a:defRPr>
            </a:pPr>
            <a:r>
              <a:rPr sz="1050" b="1">
                <a:solidFill>
                  <a:srgbClr val="AAB6C8"/>
                </a:solidFill>
              </a:rPr>
              <a:t>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F6880-E2F5-46EF-8D8E-FB5013B7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8"/>
                </a:solidFill>
              </a:defRPr>
            </a:defPPr>
            <a:lvl1pPr algn="l">
              <a:buNone/>
              <a:defRPr sz="975" b="1">
                <a:solidFill>
                  <a:srgbClr val="AAB6C8"/>
                </a:solidFill>
              </a:defRPr>
            </a:lvl1pPr>
            <a:lvl2pPr algn="l">
              <a:buNone/>
              <a:defRPr sz="975" b="1">
                <a:solidFill>
                  <a:srgbClr val="AAB6C8"/>
                </a:solidFill>
              </a:defRPr>
            </a:lvl2pPr>
            <a:lvl3pPr algn="l">
              <a:buNone/>
              <a:defRPr sz="975" b="1">
                <a:solidFill>
                  <a:srgbClr val="AAB6C8"/>
                </a:solidFill>
              </a:defRPr>
            </a:lvl3pPr>
            <a:lvl4pPr algn="l">
              <a:buNone/>
              <a:defRPr sz="975" b="1">
                <a:solidFill>
                  <a:srgbClr val="AAB6C8"/>
                </a:solidFill>
              </a:defRPr>
            </a:lvl4pPr>
            <a:lvl5pPr algn="l">
              <a:buNone/>
              <a:defRPr sz="975" b="1">
                <a:solidFill>
                  <a:srgbClr val="AAB6C8"/>
                </a:solidFill>
              </a:defRPr>
            </a:lvl5pPr>
            <a:lvl6pPr algn="l">
              <a:buNone/>
              <a:defRPr sz="975" b="1">
                <a:solidFill>
                  <a:srgbClr val="AAB6C8"/>
                </a:solidFill>
              </a:defRPr>
            </a:lvl6pPr>
            <a:lvl7pPr algn="l">
              <a:buNone/>
              <a:defRPr sz="975" b="1">
                <a:solidFill>
                  <a:srgbClr val="AAB6C8"/>
                </a:solidFill>
              </a:defRPr>
            </a:lvl7pPr>
            <a:lvl8pPr algn="l">
              <a:buNone/>
              <a:defRPr sz="975" b="1">
                <a:solidFill>
                  <a:srgbClr val="AAB6C8"/>
                </a:solidFill>
              </a:defRPr>
            </a:lvl8pPr>
            <a:lvl9pPr algn="l">
              <a:buNone/>
              <a:defRPr sz="975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AAB6C8"/>
                </a:solidFill>
              </a:defRPr>
            </a:pPr>
            <a:r>
              <a:rPr sz="975" b="1">
                <a:solidFill>
                  <a:srgbClr val="AAB6C8"/>
                </a:solidFill>
              </a:rPr>
              <a:t>Actual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533365-484F-4E7B-9BF7-351D557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21E4D0-0905-4BBA-89C2-DC55000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7F9FC"/>
                </a:solidFill>
              </a:defRPr>
            </a:defPPr>
            <a:lvl1pPr algn="ctr">
              <a:buNone/>
              <a:defRPr sz="1125" b="1">
                <a:solidFill>
                  <a:srgbClr val="F7F9FC"/>
                </a:solidFill>
              </a:defRPr>
            </a:lvl1pPr>
            <a:lvl2pPr algn="ctr">
              <a:buNone/>
              <a:defRPr sz="1125" b="1">
                <a:solidFill>
                  <a:srgbClr val="F7F9FC"/>
                </a:solidFill>
              </a:defRPr>
            </a:lvl2pPr>
            <a:lvl3pPr algn="ctr">
              <a:buNone/>
              <a:defRPr sz="1125" b="1">
                <a:solidFill>
                  <a:srgbClr val="F7F9FC"/>
                </a:solidFill>
              </a:defRPr>
            </a:lvl3pPr>
            <a:lvl4pPr algn="ctr">
              <a:buNone/>
              <a:defRPr sz="1125" b="1">
                <a:solidFill>
                  <a:srgbClr val="F7F9FC"/>
                </a:solidFill>
              </a:defRPr>
            </a:lvl4pPr>
            <a:lvl5pPr algn="ctr">
              <a:buNone/>
              <a:defRPr sz="1125" b="1">
                <a:solidFill>
                  <a:srgbClr val="F7F9FC"/>
                </a:solidFill>
              </a:defRPr>
            </a:lvl5pPr>
            <a:lvl6pPr algn="ctr">
              <a:buNone/>
              <a:defRPr sz="1125" b="1">
                <a:solidFill>
                  <a:srgbClr val="F7F9FC"/>
                </a:solidFill>
              </a:defRPr>
            </a:lvl6pPr>
            <a:lvl7pPr algn="ctr">
              <a:buNone/>
              <a:defRPr sz="1125" b="1">
                <a:solidFill>
                  <a:srgbClr val="F7F9FC"/>
                </a:solidFill>
              </a:defRPr>
            </a:lvl7pPr>
            <a:lvl8pPr algn="ctr">
              <a:buNone/>
              <a:defRPr sz="1125" b="1">
                <a:solidFill>
                  <a:srgbClr val="F7F9FC"/>
                </a:solidFill>
              </a:defRPr>
            </a:lvl8pPr>
            <a:lvl9pPr algn="ctr">
              <a:buNone/>
              <a:defRPr sz="11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C06D46-37E7-48E5-A1F0-8854BD6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077F64-94B8-4784-BFB5-88F160A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4034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81D9E1-678C-4683-9DC2-FBFABC3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99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B7BB9-C5DF-45A5-A550-161EDB8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384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966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106E2C-4F74-4192-8B8D-DC051BD5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B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B3C472-F936-40EF-AF26-F0B095D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709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D7DFF1-E315-4950-9D72-99E75739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72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29CFDD-D27A-4F6A-8FF6-E2197DFA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480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7F9FC"/>
                </a:solidFill>
              </a:defRPr>
            </a:defPPr>
            <a:lvl1pPr algn="ctr">
              <a:buNone/>
              <a:defRPr sz="1425" b="1">
                <a:solidFill>
                  <a:srgbClr val="F7F9FC"/>
                </a:solidFill>
              </a:defRPr>
            </a:lvl1pPr>
            <a:lvl2pPr algn="ctr">
              <a:buNone/>
              <a:defRPr sz="1425" b="1">
                <a:solidFill>
                  <a:srgbClr val="F7F9FC"/>
                </a:solidFill>
              </a:defRPr>
            </a:lvl2pPr>
            <a:lvl3pPr algn="ctr">
              <a:buNone/>
              <a:defRPr sz="1425" b="1">
                <a:solidFill>
                  <a:srgbClr val="F7F9FC"/>
                </a:solidFill>
              </a:defRPr>
            </a:lvl3pPr>
            <a:lvl4pPr algn="ctr">
              <a:buNone/>
              <a:defRPr sz="1425" b="1">
                <a:solidFill>
                  <a:srgbClr val="F7F9FC"/>
                </a:solidFill>
              </a:defRPr>
            </a:lvl4pPr>
            <a:lvl5pPr algn="ctr">
              <a:buNone/>
              <a:defRPr sz="1425" b="1">
                <a:solidFill>
                  <a:srgbClr val="F7F9FC"/>
                </a:solidFill>
              </a:defRPr>
            </a:lvl5pPr>
            <a:lvl6pPr algn="ctr">
              <a:buNone/>
              <a:defRPr sz="1425" b="1">
                <a:solidFill>
                  <a:srgbClr val="F7F9FC"/>
                </a:solidFill>
              </a:defRPr>
            </a:lvl6pPr>
            <a:lvl7pPr algn="ctr">
              <a:buNone/>
              <a:defRPr sz="1425" b="1">
                <a:solidFill>
                  <a:srgbClr val="F7F9FC"/>
                </a:solidFill>
              </a:defRPr>
            </a:lvl7pPr>
            <a:lvl8pPr algn="ctr">
              <a:buNone/>
              <a:defRPr sz="1425" b="1">
                <a:solidFill>
                  <a:srgbClr val="F7F9FC"/>
                </a:solidFill>
              </a:defRPr>
            </a:lvl8pPr>
            <a:lvl9pPr algn="ctr">
              <a:buNone/>
              <a:defRPr sz="142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4291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BAB374-55F9-4F64-BF70-4BD5108F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AAB6C8"/>
                </a:solidFill>
              </a:defRPr>
            </a:defPPr>
            <a:lvl1pPr algn="ctr">
              <a:buNone/>
              <a:defRPr sz="975" b="0">
                <a:solidFill>
                  <a:srgbClr val="AAB6C8"/>
                </a:solidFill>
              </a:defRPr>
            </a:lvl1pPr>
            <a:lvl2pPr algn="ctr">
              <a:buNone/>
              <a:defRPr sz="975" b="0">
                <a:solidFill>
                  <a:srgbClr val="AAB6C8"/>
                </a:solidFill>
              </a:defRPr>
            </a:lvl2pPr>
            <a:lvl3pPr algn="ctr">
              <a:buNone/>
              <a:defRPr sz="975" b="0">
                <a:solidFill>
                  <a:srgbClr val="AAB6C8"/>
                </a:solidFill>
              </a:defRPr>
            </a:lvl3pPr>
            <a:lvl4pPr algn="ctr">
              <a:buNone/>
              <a:defRPr sz="975" b="0">
                <a:solidFill>
                  <a:srgbClr val="AAB6C8"/>
                </a:solidFill>
              </a:defRPr>
            </a:lvl4pPr>
            <a:lvl5pPr algn="ctr">
              <a:buNone/>
              <a:defRPr sz="975" b="0">
                <a:solidFill>
                  <a:srgbClr val="AAB6C8"/>
                </a:solidFill>
              </a:defRPr>
            </a:lvl5pPr>
            <a:lvl6pPr algn="ctr">
              <a:buNone/>
              <a:defRPr sz="975" b="0">
                <a:solidFill>
                  <a:srgbClr val="AAB6C8"/>
                </a:solidFill>
              </a:defRPr>
            </a:lvl6pPr>
            <a:lvl7pPr algn="ctr">
              <a:buNone/>
              <a:defRPr sz="975" b="0">
                <a:solidFill>
                  <a:srgbClr val="AAB6C8"/>
                </a:solidFill>
              </a:defRPr>
            </a:lvl7pPr>
            <a:lvl8pPr algn="ctr">
              <a:buNone/>
              <a:defRPr sz="975" b="0">
                <a:solidFill>
                  <a:srgbClr val="AAB6C8"/>
                </a:solidFill>
              </a:defRPr>
            </a:lvl8pPr>
            <a:lvl9pPr algn="ctr">
              <a:buNone/>
              <a:defRPr sz="9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AAB6C8"/>
                </a:solidFill>
              </a:defRPr>
            </a:pPr>
            <a:r>
              <a:rPr sz="975" b="0">
                <a:solidFill>
                  <a:srgbClr val="AAB6C8"/>
                </a:solidFill>
              </a:rPr>
              <a:t>TN          FP          FN          TP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8F7CFB-7592-4F6D-825C-31E8FA27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7F9FC"/>
                </a:solidFill>
              </a:defRPr>
            </a:defPPr>
            <a:lvl1pPr algn="l">
              <a:buNone/>
              <a:defRPr sz="1500" b="1">
                <a:solidFill>
                  <a:srgbClr val="F7F9FC"/>
                </a:solidFill>
              </a:defRPr>
            </a:lvl1pPr>
            <a:lvl2pPr algn="l">
              <a:buNone/>
              <a:defRPr sz="1500" b="1">
                <a:solidFill>
                  <a:srgbClr val="F7F9FC"/>
                </a:solidFill>
              </a:defRPr>
            </a:lvl2pPr>
            <a:lvl3pPr algn="l">
              <a:buNone/>
              <a:defRPr sz="1500" b="1">
                <a:solidFill>
                  <a:srgbClr val="F7F9FC"/>
                </a:solidFill>
              </a:defRPr>
            </a:lvl3pPr>
            <a:lvl4pPr algn="l">
              <a:buNone/>
              <a:defRPr sz="1500" b="1">
                <a:solidFill>
                  <a:srgbClr val="F7F9FC"/>
                </a:solidFill>
              </a:defRPr>
            </a:lvl4pPr>
            <a:lvl5pPr algn="l">
              <a:buNone/>
              <a:defRPr sz="1500" b="1">
                <a:solidFill>
                  <a:srgbClr val="F7F9FC"/>
                </a:solidFill>
              </a:defRPr>
            </a:lvl5pPr>
            <a:lvl6pPr algn="l">
              <a:buNone/>
              <a:defRPr sz="1500" b="1">
                <a:solidFill>
                  <a:srgbClr val="F7F9FC"/>
                </a:solidFill>
              </a:defRPr>
            </a:lvl6pPr>
            <a:lvl7pPr algn="l">
              <a:buNone/>
              <a:defRPr sz="1500" b="1">
                <a:solidFill>
                  <a:srgbClr val="F7F9FC"/>
                </a:solidFill>
              </a:defRPr>
            </a:lvl7pPr>
            <a:lvl8pPr algn="l">
              <a:buNone/>
              <a:defRPr sz="1500" b="1">
                <a:solidFill>
                  <a:srgbClr val="F7F9FC"/>
                </a:solidFill>
              </a:defRPr>
            </a:lvl8pPr>
            <a:lvl9pPr algn="l">
              <a:buNone/>
              <a:defRPr sz="15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7F9FC"/>
                </a:solidFill>
              </a:defRPr>
            </a:pPr>
            <a:r>
              <a:rPr sz="1500" b="1">
                <a:solidFill>
                  <a:srgbClr val="F7F9FC"/>
                </a:solidFill>
              </a:rPr>
              <a:t>ANN found more approved cases (Y): recall 0.858, with precision 0.816.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4CECEA-6E88-4161-BB48-76272C38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8"/>
                </a:solidFill>
              </a:defRPr>
            </a:defPPr>
            <a:lvl1pPr algn="l">
              <a:buNone/>
              <a:defRPr sz="1200" b="0">
                <a:solidFill>
                  <a:srgbClr val="AAB6C8"/>
                </a:solidFill>
              </a:defRPr>
            </a:lvl1pPr>
            <a:lvl2pPr algn="l">
              <a:buNone/>
              <a:defRPr sz="1200" b="0">
                <a:solidFill>
                  <a:srgbClr val="AAB6C8"/>
                </a:solidFill>
              </a:defRPr>
            </a:lvl2pPr>
            <a:lvl3pPr algn="l">
              <a:buNone/>
              <a:defRPr sz="1200" b="0">
                <a:solidFill>
                  <a:srgbClr val="AAB6C8"/>
                </a:solidFill>
              </a:defRPr>
            </a:lvl3pPr>
            <a:lvl4pPr algn="l">
              <a:buNone/>
              <a:defRPr sz="1200" b="0">
                <a:solidFill>
                  <a:srgbClr val="AAB6C8"/>
                </a:solidFill>
              </a:defRPr>
            </a:lvl4pPr>
            <a:lvl5pPr algn="l">
              <a:buNone/>
              <a:defRPr sz="1200" b="0">
                <a:solidFill>
                  <a:srgbClr val="AAB6C8"/>
                </a:solidFill>
              </a:defRPr>
            </a:lvl5pPr>
            <a:lvl6pPr algn="l">
              <a:buNone/>
              <a:defRPr sz="1200" b="0">
                <a:solidFill>
                  <a:srgbClr val="AAB6C8"/>
                </a:solidFill>
              </a:defRPr>
            </a:lvl6pPr>
            <a:lvl7pPr algn="l">
              <a:buNone/>
              <a:defRPr sz="1200" b="0">
                <a:solidFill>
                  <a:srgbClr val="AAB6C8"/>
                </a:solidFill>
              </a:defRPr>
            </a:lvl7pPr>
            <a:lvl8pPr algn="l">
              <a:buNone/>
              <a:defRPr sz="1200" b="0">
                <a:solidFill>
                  <a:srgbClr val="AAB6C8"/>
                </a:solidFill>
              </a:defRPr>
            </a:lvl8pPr>
            <a:lvl9pPr algn="l">
              <a:buNone/>
              <a:defRPr sz="1200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AB6C8"/>
                </a:solidFill>
              </a:defRPr>
            </a:pPr>
            <a:r>
              <a:rPr sz="1200" b="0">
                <a:solidFill>
                  <a:srgbClr val="AAB6C8"/>
                </a:solidFill>
              </a:rPr>
              <a:t>Each actual class has 5,000 records in the test set.</a:t>
            </a:r>
          </a:p>
        </p:txBody>
      </p:sp>
    </p:spTree>
    <p:extLst>
      <p:ext uri="{BB962C8B-B14F-4D97-AF65-F5344CB8AC3E}">
        <p14:creationId xmlns:p14="http://schemas.microsoft.com/office/powerpoint/2010/main" val="1037518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407D3-BE7D-40D6-BDE3-83D26E2A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7F9FC"/>
                </a:solidFill>
              </a:defRPr>
            </a:defPPr>
            <a:lvl1pPr algn="l">
              <a:buNone/>
              <a:defRPr sz="2550" b="1">
                <a:solidFill>
                  <a:srgbClr val="F7F9FC"/>
                </a:solidFill>
              </a:defRPr>
            </a:lvl1pPr>
            <a:lvl2pPr algn="l">
              <a:buNone/>
              <a:defRPr sz="2550" b="1">
                <a:solidFill>
                  <a:srgbClr val="F7F9FC"/>
                </a:solidFill>
              </a:defRPr>
            </a:lvl2pPr>
            <a:lvl3pPr algn="l">
              <a:buNone/>
              <a:defRPr sz="2550" b="1">
                <a:solidFill>
                  <a:srgbClr val="F7F9FC"/>
                </a:solidFill>
              </a:defRPr>
            </a:lvl3pPr>
            <a:lvl4pPr algn="l">
              <a:buNone/>
              <a:defRPr sz="2550" b="1">
                <a:solidFill>
                  <a:srgbClr val="F7F9FC"/>
                </a:solidFill>
              </a:defRPr>
            </a:lvl4pPr>
            <a:lvl5pPr algn="l">
              <a:buNone/>
              <a:defRPr sz="2550" b="1">
                <a:solidFill>
                  <a:srgbClr val="F7F9FC"/>
                </a:solidFill>
              </a:defRPr>
            </a:lvl5pPr>
            <a:lvl6pPr algn="l">
              <a:buNone/>
              <a:defRPr sz="2550" b="1">
                <a:solidFill>
                  <a:srgbClr val="F7F9FC"/>
                </a:solidFill>
              </a:defRPr>
            </a:lvl6pPr>
            <a:lvl7pPr algn="l">
              <a:buNone/>
              <a:defRPr sz="2550" b="1">
                <a:solidFill>
                  <a:srgbClr val="F7F9FC"/>
                </a:solidFill>
              </a:defRPr>
            </a:lvl7pPr>
            <a:lvl8pPr algn="l">
              <a:buNone/>
              <a:defRPr sz="2550" b="1">
                <a:solidFill>
                  <a:srgbClr val="F7F9FC"/>
                </a:solidFill>
              </a:defRPr>
            </a:lvl8pPr>
            <a:lvl9pPr algn="l">
              <a:buNone/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A7FF6-F1E4-4228-9128-1BC3162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Results from this dataset and one stratified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1E5C3-F0DB-41AA-AA4B-3BB2D6B6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B965-0008-4203-8FAE-E8263A55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8"/>
                </a:solidFill>
              </a:defRPr>
            </a:defPPr>
            <a:lvl1pPr algn="l">
              <a:buNone/>
              <a:defRPr sz="900" b="1">
                <a:solidFill>
                  <a:srgbClr val="AAB6C8"/>
                </a:solidFill>
              </a:defRPr>
            </a:lvl1pPr>
            <a:lvl2pPr algn="l">
              <a:buNone/>
              <a:defRPr sz="900" b="1">
                <a:solidFill>
                  <a:srgbClr val="AAB6C8"/>
                </a:solidFill>
              </a:defRPr>
            </a:lvl2pPr>
            <a:lvl3pPr algn="l">
              <a:buNone/>
              <a:defRPr sz="900" b="1">
                <a:solidFill>
                  <a:srgbClr val="AAB6C8"/>
                </a:solidFill>
              </a:defRPr>
            </a:lvl3pPr>
            <a:lvl4pPr algn="l">
              <a:buNone/>
              <a:defRPr sz="900" b="1">
                <a:solidFill>
                  <a:srgbClr val="AAB6C8"/>
                </a:solidFill>
              </a:defRPr>
            </a:lvl4pPr>
            <a:lvl5pPr algn="l">
              <a:buNone/>
              <a:defRPr sz="900" b="1">
                <a:solidFill>
                  <a:srgbClr val="AAB6C8"/>
                </a:solidFill>
              </a:defRPr>
            </a:lvl5pPr>
            <a:lvl6pPr algn="l">
              <a:buNone/>
              <a:defRPr sz="900" b="1">
                <a:solidFill>
                  <a:srgbClr val="AAB6C8"/>
                </a:solidFill>
              </a:defRPr>
            </a:lvl6pPr>
            <a:lvl7pPr algn="l">
              <a:buNone/>
              <a:defRPr sz="900" b="1">
                <a:solidFill>
                  <a:srgbClr val="AAB6C8"/>
                </a:solidFill>
              </a:defRPr>
            </a:lvl7pPr>
            <a:lvl8pPr algn="l">
              <a:buNone/>
              <a:defRPr sz="900" b="1">
                <a:solidFill>
                  <a:srgbClr val="AAB6C8"/>
                </a:solidFill>
              </a:defRPr>
            </a:lvl8pPr>
            <a:lvl9pPr algn="l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LOAN STATUS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9C4A3-6364-4D90-8FF3-754676E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AB6C8"/>
                </a:solidFill>
              </a:defRPr>
            </a:defPPr>
            <a:lvl1pPr algn="r">
              <a:buNone/>
              <a:defRPr sz="900" b="1">
                <a:solidFill>
                  <a:srgbClr val="AAB6C8"/>
                </a:solidFill>
              </a:defRPr>
            </a:lvl1pPr>
            <a:lvl2pPr algn="r">
              <a:buNone/>
              <a:defRPr sz="900" b="1">
                <a:solidFill>
                  <a:srgbClr val="AAB6C8"/>
                </a:solidFill>
              </a:defRPr>
            </a:lvl2pPr>
            <a:lvl3pPr algn="r">
              <a:buNone/>
              <a:defRPr sz="900" b="1">
                <a:solidFill>
                  <a:srgbClr val="AAB6C8"/>
                </a:solidFill>
              </a:defRPr>
            </a:lvl3pPr>
            <a:lvl4pPr algn="r">
              <a:buNone/>
              <a:defRPr sz="900" b="1">
                <a:solidFill>
                  <a:srgbClr val="AAB6C8"/>
                </a:solidFill>
              </a:defRPr>
            </a:lvl4pPr>
            <a:lvl5pPr algn="r">
              <a:buNone/>
              <a:defRPr sz="900" b="1">
                <a:solidFill>
                  <a:srgbClr val="AAB6C8"/>
                </a:solidFill>
              </a:defRPr>
            </a:lvl5pPr>
            <a:lvl6pPr algn="r">
              <a:buNone/>
              <a:defRPr sz="900" b="1">
                <a:solidFill>
                  <a:srgbClr val="AAB6C8"/>
                </a:solidFill>
              </a:defRPr>
            </a:lvl6pPr>
            <a:lvl7pPr algn="r">
              <a:buNone/>
              <a:defRPr sz="900" b="1">
                <a:solidFill>
                  <a:srgbClr val="AAB6C8"/>
                </a:solidFill>
              </a:defRPr>
            </a:lvl7pPr>
            <a:lvl8pPr algn="r">
              <a:buNone/>
              <a:defRPr sz="900" b="1">
                <a:solidFill>
                  <a:srgbClr val="AAB6C8"/>
                </a:solidFill>
              </a:defRPr>
            </a:lvl8pPr>
            <a:lvl9pPr algn="r">
              <a:buNone/>
              <a:defRPr sz="900" b="1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AAB6C8"/>
                </a:solidFill>
              </a:defRPr>
            </a:pPr>
            <a:r>
              <a:rPr sz="900" b="1">
                <a:solidFill>
                  <a:srgbClr val="AAB6C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B5E16-92EA-486D-BF7E-E538D8CB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9C6B3"/>
                </a:solidFill>
              </a:defRPr>
            </a:defPPr>
            <a:lvl1pPr algn="l">
              <a:buNone/>
              <a:defRPr sz="2850" b="1">
                <a:solidFill>
                  <a:srgbClr val="39C6B3"/>
                </a:solidFill>
              </a:defRPr>
            </a:lvl1pPr>
            <a:lvl2pPr algn="l">
              <a:buNone/>
              <a:defRPr sz="2850" b="1">
                <a:solidFill>
                  <a:srgbClr val="39C6B3"/>
                </a:solidFill>
              </a:defRPr>
            </a:lvl2pPr>
            <a:lvl3pPr algn="l">
              <a:buNone/>
              <a:defRPr sz="2850" b="1">
                <a:solidFill>
                  <a:srgbClr val="39C6B3"/>
                </a:solidFill>
              </a:defRPr>
            </a:lvl3pPr>
            <a:lvl4pPr algn="l">
              <a:buNone/>
              <a:defRPr sz="2850" b="1">
                <a:solidFill>
                  <a:srgbClr val="39C6B3"/>
                </a:solidFill>
              </a:defRPr>
            </a:lvl4pPr>
            <a:lvl5pPr algn="l">
              <a:buNone/>
              <a:defRPr sz="2850" b="1">
                <a:solidFill>
                  <a:srgbClr val="39C6B3"/>
                </a:solidFill>
              </a:defRPr>
            </a:lvl5pPr>
            <a:lvl6pPr algn="l">
              <a:buNone/>
              <a:defRPr sz="2850" b="1">
                <a:solidFill>
                  <a:srgbClr val="39C6B3"/>
                </a:solidFill>
              </a:defRPr>
            </a:lvl6pPr>
            <a:lvl7pPr algn="l">
              <a:buNone/>
              <a:defRPr sz="2850" b="1">
                <a:solidFill>
                  <a:srgbClr val="39C6B3"/>
                </a:solidFill>
              </a:defRPr>
            </a:lvl7pPr>
            <a:lvl8pPr algn="l">
              <a:buNone/>
              <a:defRPr sz="2850" b="1">
                <a:solidFill>
                  <a:srgbClr val="39C6B3"/>
                </a:solidFill>
              </a:defRPr>
            </a:lvl8pPr>
            <a:lvl9pPr algn="l">
              <a:buNone/>
              <a:defRPr sz="2850" b="1">
                <a:solidFill>
                  <a:srgbClr val="39C6B3"/>
                </a:solidFill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39C6B3"/>
                </a:solidFill>
              </a:defRPr>
            </a:pPr>
            <a:r>
              <a:rPr sz="2850" b="1">
                <a:solidFill>
                  <a:srgbClr val="39C6B3"/>
                </a:solidFill>
              </a:rPr>
              <a:t>ANN (MLP)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CBDB2-C9C8-48AB-B87A-CDF8CAAA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7F9FC"/>
                </a:solidFill>
              </a:defRPr>
            </a:defPPr>
            <a:lvl1pPr algn="l">
              <a:buNone/>
              <a:defRPr sz="1575" b="1">
                <a:solidFill>
                  <a:srgbClr val="F7F9FC"/>
                </a:solidFill>
              </a:defRPr>
            </a:lvl1pPr>
            <a:lvl2pPr algn="l">
              <a:buNone/>
              <a:defRPr sz="1575" b="1">
                <a:solidFill>
                  <a:srgbClr val="F7F9FC"/>
                </a:solidFill>
              </a:defRPr>
            </a:lvl2pPr>
            <a:lvl3pPr algn="l">
              <a:buNone/>
              <a:defRPr sz="1575" b="1">
                <a:solidFill>
                  <a:srgbClr val="F7F9FC"/>
                </a:solidFill>
              </a:defRPr>
            </a:lvl3pPr>
            <a:lvl4pPr algn="l">
              <a:buNone/>
              <a:defRPr sz="1575" b="1">
                <a:solidFill>
                  <a:srgbClr val="F7F9FC"/>
                </a:solidFill>
              </a:defRPr>
            </a:lvl4pPr>
            <a:lvl5pPr algn="l">
              <a:buNone/>
              <a:defRPr sz="1575" b="1">
                <a:solidFill>
                  <a:srgbClr val="F7F9FC"/>
                </a:solidFill>
              </a:defRPr>
            </a:lvl5pPr>
            <a:lvl6pPr algn="l">
              <a:buNone/>
              <a:defRPr sz="1575" b="1">
                <a:solidFill>
                  <a:srgbClr val="F7F9FC"/>
                </a:solidFill>
              </a:defRPr>
            </a:lvl6pPr>
            <a:lvl7pPr algn="l">
              <a:buNone/>
              <a:defRPr sz="1575" b="1">
                <a:solidFill>
                  <a:srgbClr val="F7F9FC"/>
                </a:solidFill>
              </a:defRPr>
            </a:lvl7pPr>
            <a:lvl8pPr algn="l">
              <a:buNone/>
              <a:defRPr sz="1575" b="1">
                <a:solidFill>
                  <a:srgbClr val="F7F9FC"/>
                </a:solidFill>
              </a:defRPr>
            </a:lvl8pPr>
            <a:lvl9pPr algn="l">
              <a:buNone/>
              <a:defRPr sz="15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Best F1 and ROC-AUC in this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DD47D-C9F4-4F52-B793-157750A5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DE9DC-0092-4246-8998-95571AB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7F9FC"/>
                </a:solidFill>
              </a:defRPr>
            </a:defPPr>
            <a:lvl1pPr algn="l">
              <a:buNone/>
              <a:defRPr sz="1500" b="0">
                <a:solidFill>
                  <a:srgbClr val="F7F9FC"/>
                </a:solidFill>
              </a:defRPr>
            </a:lvl1pPr>
            <a:lvl2pPr algn="l">
              <a:buNone/>
              <a:defRPr sz="1500" b="0">
                <a:solidFill>
                  <a:srgbClr val="F7F9FC"/>
                </a:solidFill>
              </a:defRPr>
            </a:lvl2pPr>
            <a:lvl3pPr algn="l">
              <a:buNone/>
              <a:defRPr sz="1500" b="0">
                <a:solidFill>
                  <a:srgbClr val="F7F9FC"/>
                </a:solidFill>
              </a:defRPr>
            </a:lvl3pPr>
            <a:lvl4pPr algn="l">
              <a:buNone/>
              <a:defRPr sz="1500" b="0">
                <a:solidFill>
                  <a:srgbClr val="F7F9FC"/>
                </a:solidFill>
              </a:defRPr>
            </a:lvl4pPr>
            <a:lvl5pPr algn="l">
              <a:buNone/>
              <a:defRPr sz="1500" b="0">
                <a:solidFill>
                  <a:srgbClr val="F7F9FC"/>
                </a:solidFill>
              </a:defRPr>
            </a:lvl5pPr>
            <a:lvl6pPr algn="l">
              <a:buNone/>
              <a:defRPr sz="1500" b="0">
                <a:solidFill>
                  <a:srgbClr val="F7F9FC"/>
                </a:solidFill>
              </a:defRPr>
            </a:lvl6pPr>
            <a:lvl7pPr algn="l">
              <a:buNone/>
              <a:defRPr sz="1500" b="0">
                <a:solidFill>
                  <a:srgbClr val="F7F9FC"/>
                </a:solidFill>
              </a:defRPr>
            </a:lvl7pPr>
            <a:lvl8pPr algn="l">
              <a:buNone/>
              <a:defRPr sz="1500" b="0">
                <a:solidFill>
                  <a:srgbClr val="F7F9FC"/>
                </a:solidFill>
              </a:defRPr>
            </a:lvl8pPr>
            <a:lvl9pPr algn="l">
              <a:buNone/>
              <a:defRPr sz="15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9FC"/>
                </a:solidFill>
              </a:defRPr>
            </a:pPr>
            <a:r>
              <a:rPr sz="1500" b="0">
                <a:solidFill>
                  <a:srgbClr val="F7F9FC"/>
                </a:solidFill>
              </a:rPr>
              <a:t>F1: 0.837  |  ROC-AUC: 0.918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8F980-CE8C-4B75-84D1-E5DDD5A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0E8D-785E-4E98-AD36-2D54685B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7F9FC"/>
                </a:solidFill>
              </a:defRPr>
            </a:defPPr>
            <a:lvl1pPr algn="l">
              <a:buNone/>
              <a:defRPr sz="1500" b="0">
                <a:solidFill>
                  <a:srgbClr val="F7F9FC"/>
                </a:solidFill>
              </a:defRPr>
            </a:lvl1pPr>
            <a:lvl2pPr algn="l">
              <a:buNone/>
              <a:defRPr sz="1500" b="0">
                <a:solidFill>
                  <a:srgbClr val="F7F9FC"/>
                </a:solidFill>
              </a:defRPr>
            </a:lvl2pPr>
            <a:lvl3pPr algn="l">
              <a:buNone/>
              <a:defRPr sz="1500" b="0">
                <a:solidFill>
                  <a:srgbClr val="F7F9FC"/>
                </a:solidFill>
              </a:defRPr>
            </a:lvl3pPr>
            <a:lvl4pPr algn="l">
              <a:buNone/>
              <a:defRPr sz="1500" b="0">
                <a:solidFill>
                  <a:srgbClr val="F7F9FC"/>
                </a:solidFill>
              </a:defRPr>
            </a:lvl4pPr>
            <a:lvl5pPr algn="l">
              <a:buNone/>
              <a:defRPr sz="1500" b="0">
                <a:solidFill>
                  <a:srgbClr val="F7F9FC"/>
                </a:solidFill>
              </a:defRPr>
            </a:lvl5pPr>
            <a:lvl6pPr algn="l">
              <a:buNone/>
              <a:defRPr sz="1500" b="0">
                <a:solidFill>
                  <a:srgbClr val="F7F9FC"/>
                </a:solidFill>
              </a:defRPr>
            </a:lvl6pPr>
            <a:lvl7pPr algn="l">
              <a:buNone/>
              <a:defRPr sz="1500" b="0">
                <a:solidFill>
                  <a:srgbClr val="F7F9FC"/>
                </a:solidFill>
              </a:defRPr>
            </a:lvl7pPr>
            <a:lvl8pPr algn="l">
              <a:buNone/>
              <a:defRPr sz="1500" b="0">
                <a:solidFill>
                  <a:srgbClr val="F7F9FC"/>
                </a:solidFill>
              </a:defRPr>
            </a:lvl8pPr>
            <a:lvl9pPr algn="l">
              <a:buNone/>
              <a:defRPr sz="15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9FC"/>
                </a:solidFill>
              </a:defRPr>
            </a:pPr>
            <a:r>
              <a:rPr sz="1500" b="0">
                <a:solidFill>
                  <a:srgbClr val="F7F9FC"/>
                </a:solidFill>
              </a:rPr>
              <a:t>Recall (Y): 0.858; it identified more Y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FAAE8-A5A0-4567-B813-009E03A6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E3E1E-6E0A-4505-A2A4-05FD8E1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7F9FC"/>
                </a:solidFill>
              </a:defRPr>
            </a:defPPr>
            <a:lvl1pPr algn="l">
              <a:buNone/>
              <a:defRPr sz="1500" b="0">
                <a:solidFill>
                  <a:srgbClr val="F7F9FC"/>
                </a:solidFill>
              </a:defRPr>
            </a:lvl1pPr>
            <a:lvl2pPr algn="l">
              <a:buNone/>
              <a:defRPr sz="1500" b="0">
                <a:solidFill>
                  <a:srgbClr val="F7F9FC"/>
                </a:solidFill>
              </a:defRPr>
            </a:lvl2pPr>
            <a:lvl3pPr algn="l">
              <a:buNone/>
              <a:defRPr sz="1500" b="0">
                <a:solidFill>
                  <a:srgbClr val="F7F9FC"/>
                </a:solidFill>
              </a:defRPr>
            </a:lvl3pPr>
            <a:lvl4pPr algn="l">
              <a:buNone/>
              <a:defRPr sz="1500" b="0">
                <a:solidFill>
                  <a:srgbClr val="F7F9FC"/>
                </a:solidFill>
              </a:defRPr>
            </a:lvl4pPr>
            <a:lvl5pPr algn="l">
              <a:buNone/>
              <a:defRPr sz="1500" b="0">
                <a:solidFill>
                  <a:srgbClr val="F7F9FC"/>
                </a:solidFill>
              </a:defRPr>
            </a:lvl5pPr>
            <a:lvl6pPr algn="l">
              <a:buNone/>
              <a:defRPr sz="1500" b="0">
                <a:solidFill>
                  <a:srgbClr val="F7F9FC"/>
                </a:solidFill>
              </a:defRPr>
            </a:lvl6pPr>
            <a:lvl7pPr algn="l">
              <a:buNone/>
              <a:defRPr sz="1500" b="0">
                <a:solidFill>
                  <a:srgbClr val="F7F9FC"/>
                </a:solidFill>
              </a:defRPr>
            </a:lvl7pPr>
            <a:lvl8pPr algn="l">
              <a:buNone/>
              <a:defRPr sz="1500" b="0">
                <a:solidFill>
                  <a:srgbClr val="F7F9FC"/>
                </a:solidFill>
              </a:defRPr>
            </a:lvl8pPr>
            <a:lvl9pPr algn="l">
              <a:buNone/>
              <a:defRPr sz="15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9FC"/>
                </a:solidFill>
              </a:defRPr>
            </a:pPr>
            <a:r>
              <a:rPr sz="1500" b="0">
                <a:solidFill>
                  <a:srgbClr val="F7F9FC"/>
                </a:solidFill>
              </a:rPr>
              <a:t>Random Forest was close behind at F1 0.832.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44023-5FD4-4247-A6DB-DC15DD6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6F2CD-6C5A-4FF1-A94F-97B353B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7F9FC"/>
                </a:solidFill>
              </a:defRPr>
            </a:defPPr>
            <a:lvl1pPr algn="l">
              <a:buNone/>
              <a:defRPr sz="1500" b="0">
                <a:solidFill>
                  <a:srgbClr val="F7F9FC"/>
                </a:solidFill>
              </a:defRPr>
            </a:lvl1pPr>
            <a:lvl2pPr algn="l">
              <a:buNone/>
              <a:defRPr sz="1500" b="0">
                <a:solidFill>
                  <a:srgbClr val="F7F9FC"/>
                </a:solidFill>
              </a:defRPr>
            </a:lvl2pPr>
            <a:lvl3pPr algn="l">
              <a:buNone/>
              <a:defRPr sz="1500" b="0">
                <a:solidFill>
                  <a:srgbClr val="F7F9FC"/>
                </a:solidFill>
              </a:defRPr>
            </a:lvl3pPr>
            <a:lvl4pPr algn="l">
              <a:buNone/>
              <a:defRPr sz="1500" b="0">
                <a:solidFill>
                  <a:srgbClr val="F7F9FC"/>
                </a:solidFill>
              </a:defRPr>
            </a:lvl4pPr>
            <a:lvl5pPr algn="l">
              <a:buNone/>
              <a:defRPr sz="1500" b="0">
                <a:solidFill>
                  <a:srgbClr val="F7F9FC"/>
                </a:solidFill>
              </a:defRPr>
            </a:lvl5pPr>
            <a:lvl6pPr algn="l">
              <a:buNone/>
              <a:defRPr sz="1500" b="0">
                <a:solidFill>
                  <a:srgbClr val="F7F9FC"/>
                </a:solidFill>
              </a:defRPr>
            </a:lvl6pPr>
            <a:lvl7pPr algn="l">
              <a:buNone/>
              <a:defRPr sz="1500" b="0">
                <a:solidFill>
                  <a:srgbClr val="F7F9FC"/>
                </a:solidFill>
              </a:defRPr>
            </a:lvl7pPr>
            <a:lvl8pPr algn="l">
              <a:buNone/>
              <a:defRPr sz="1500" b="0">
                <a:solidFill>
                  <a:srgbClr val="F7F9FC"/>
                </a:solidFill>
              </a:defRPr>
            </a:lvl8pPr>
            <a:lvl9pPr algn="l">
              <a:buNone/>
              <a:defRPr sz="15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9FC"/>
                </a:solidFill>
              </a:defRPr>
            </a:pPr>
            <a:r>
              <a:rPr sz="1500" b="0">
                <a:solidFill>
                  <a:srgbClr val="F7F9FC"/>
                </a:solidFill>
              </a:rPr>
              <a:t>Logistic Regression baseline: F1 0.787.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91ADB-42F1-4D4F-AF85-FA87828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BDAE3-3963-4B9F-AC5E-5806DC4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8"/>
                </a:solidFill>
              </a:defRPr>
            </a:defPPr>
            <a:lvl1pPr algn="l">
              <a:buNone/>
              <a:defRPr sz="1275" b="0">
                <a:solidFill>
                  <a:srgbClr val="AAB6C8"/>
                </a:solidFill>
              </a:defRPr>
            </a:lvl1pPr>
            <a:lvl2pPr algn="l">
              <a:buNone/>
              <a:defRPr sz="1275" b="0">
                <a:solidFill>
                  <a:srgbClr val="AAB6C8"/>
                </a:solidFill>
              </a:defRPr>
            </a:lvl2pPr>
            <a:lvl3pPr algn="l">
              <a:buNone/>
              <a:defRPr sz="1275" b="0">
                <a:solidFill>
                  <a:srgbClr val="AAB6C8"/>
                </a:solidFill>
              </a:defRPr>
            </a:lvl3pPr>
            <a:lvl4pPr algn="l">
              <a:buNone/>
              <a:defRPr sz="1275" b="0">
                <a:solidFill>
                  <a:srgbClr val="AAB6C8"/>
                </a:solidFill>
              </a:defRPr>
            </a:lvl4pPr>
            <a:lvl5pPr algn="l">
              <a:buNone/>
              <a:defRPr sz="1275" b="0">
                <a:solidFill>
                  <a:srgbClr val="AAB6C8"/>
                </a:solidFill>
              </a:defRPr>
            </a:lvl5pPr>
            <a:lvl6pPr algn="l">
              <a:buNone/>
              <a:defRPr sz="1275" b="0">
                <a:solidFill>
                  <a:srgbClr val="AAB6C8"/>
                </a:solidFill>
              </a:defRPr>
            </a:lvl6pPr>
            <a:lvl7pPr algn="l">
              <a:buNone/>
              <a:defRPr sz="1275" b="0">
                <a:solidFill>
                  <a:srgbClr val="AAB6C8"/>
                </a:solidFill>
              </a:defRPr>
            </a:lvl7pPr>
            <a:lvl8pPr algn="l">
              <a:buNone/>
              <a:defRPr sz="1275" b="0">
                <a:solidFill>
                  <a:srgbClr val="AAB6C8"/>
                </a:solidFill>
              </a:defRPr>
            </a:lvl8pPr>
            <a:lvl9pPr algn="l">
              <a:buNone/>
              <a:defRPr sz="1275" b="0">
                <a:solidFill>
                  <a:srgbClr val="AAB6C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AB6C8"/>
                </a:solidFill>
              </a:defRPr>
            </a:pPr>
            <a:r>
              <a:rPr sz="1275" b="0">
                <a:solidFill>
                  <a:srgbClr val="AAB6C8"/>
                </a:solidFill>
              </a:rPr>
              <a:t>Takeaway: ANN performed best on the measured metrics; review false approvals and missed approvals before drawing practical conclusions.</a:t>
            </a:r>
          </a:p>
        </p:txBody>
      </p:sp>
    </p:spTree>
    <p:extLst>
      <p:ext uri="{BB962C8B-B14F-4D97-AF65-F5344CB8AC3E}">
        <p14:creationId xmlns:p14="http://schemas.microsoft.com/office/powerpoint/2010/main" val="2137886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2026-10-31T13:34:32.3110000Z</dcterms:created>
  <dcterms:modified xsi:type="dcterms:W3CDTF">2026-10-31T13:34:32.3110000Z</dcterms:modified>
</coreProperties>
</file>